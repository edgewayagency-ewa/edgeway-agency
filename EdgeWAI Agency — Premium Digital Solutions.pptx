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0F1B31"/>
              </a:gs>
              <a:gs pos="50000">
                <a:srgbClr val="C8D4E0"/>
              </a:gs>
              <a:gs pos="100000">
                <a:srgbClr val="C8D4E0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C8D4E0">
                  <a:alpha val="25000"/>
                </a:srgbClr>
              </a:gs>
              <a:gs pos="50000">
                <a:srgbClr val="C8D4E0"/>
              </a:gs>
              <a:gs pos="100000">
                <a:srgbClr val="D8DDE4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794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400" b="1" spc="100" kern="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EdgeWAI Agency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048000" y="4064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Systems That Help Businesses Grow Online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0" y="4826000"/>
            <a:ext cx="2540000" cy="25400"/>
          </a:xfrm>
          <a:prstGeom prst="rect">
            <a:avLst/>
          </a:prstGeom>
          <a:solidFill>
            <a:srgbClr val="5A7A9A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83000" y="5207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 Web Solutions for Modern Businesses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53000" y="6096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Design  ·  Development  ·  Digital Growth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C8D4E0">
                  <a:alpha val="6000"/>
                </a:srgbClr>
              </a:gs>
              <a:gs pos="70000">
                <a:srgbClr val="C8D4E0"/>
              </a:gs>
              <a:gs pos="100000">
                <a:srgbClr val="0F1B31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E85D3A"/>
          </a:solidFill>
          <a:ln/>
        </p:spPr>
      </p:sp>
      <p:sp>
        <p:nvSpPr>
          <p:cNvPr id="5" name="Text 3"/>
          <p:cNvSpPr/>
          <p:nvPr/>
        </p:nvSpPr>
        <p:spPr>
          <a:xfrm>
            <a:off x="1460500" y="2476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Who We Serve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3556000"/>
            <a:ext cx="508000" cy="508000"/>
          </a:xfrm>
          <a:prstGeom prst="ellipse">
            <a:avLst/>
          </a:prstGeom>
          <a:solidFill>
            <a:srgbClr val="E85D3A"/>
          </a:solidFill>
          <a:ln/>
        </p:spPr>
      </p:sp>
      <p:sp>
        <p:nvSpPr>
          <p:cNvPr id="8" name="Text 6"/>
          <p:cNvSpPr/>
          <p:nvPr/>
        </p:nvSpPr>
        <p:spPr>
          <a:xfrm>
            <a:off x="1460500" y="3492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3556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Services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524000" y="4572000"/>
            <a:ext cx="508000" cy="508000"/>
          </a:xfrm>
          <a:prstGeom prst="ellipse">
            <a:avLst/>
          </a:prstGeom>
          <a:solidFill>
            <a:srgbClr val="E85D3A"/>
          </a:solidFill>
          <a:ln/>
        </p:spPr>
      </p:sp>
      <p:sp>
        <p:nvSpPr>
          <p:cNvPr id="11" name="Text 9"/>
          <p:cNvSpPr/>
          <p:nvPr/>
        </p:nvSpPr>
        <p:spPr>
          <a:xfrm>
            <a:off x="1460500" y="4508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4572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EW-PRISM Framework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524000" y="5588000"/>
            <a:ext cx="508000" cy="508000"/>
          </a:xfrm>
          <a:prstGeom prst="ellipse">
            <a:avLst/>
          </a:prstGeom>
          <a:solidFill>
            <a:srgbClr val="E85D3A"/>
          </a:solidFill>
          <a:ln/>
        </p:spPr>
      </p:sp>
      <p:sp>
        <p:nvSpPr>
          <p:cNvPr id="14" name="Text 12"/>
          <p:cNvSpPr/>
          <p:nvPr/>
        </p:nvSpPr>
        <p:spPr>
          <a:xfrm>
            <a:off x="1460500" y="5524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86000" y="5588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Experience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524000" y="6604000"/>
            <a:ext cx="508000" cy="508000"/>
          </a:xfrm>
          <a:prstGeom prst="ellipse">
            <a:avLst/>
          </a:prstGeom>
          <a:solidFill>
            <a:srgbClr val="E85D3A"/>
          </a:solidFill>
          <a:ln/>
        </p:spPr>
      </p:sp>
      <p:sp>
        <p:nvSpPr>
          <p:cNvPr id="17" name="Text 15"/>
          <p:cNvSpPr/>
          <p:nvPr/>
        </p:nvSpPr>
        <p:spPr>
          <a:xfrm>
            <a:off x="1460500" y="6540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286000" y="6604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&amp; Partnership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C8D4E0"/>
              </a:gs>
              <a:gs pos="50000">
                <a:srgbClr val="C8D4E3">
                  <a:alpha val="31000"/>
                </a:srgbClr>
              </a:gs>
              <a:gs pos="100000">
                <a:srgbClr val="0F1B31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Who We Serve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the businesses we partner with and the digital challenges they face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Businesses We Partner With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8DDE4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75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0460" y="71735"/>
                </a:moveTo>
                <a:cubicBezTo>
                  <a:pt x="37306" y="48022"/>
                  <a:pt x="59035" y="31750"/>
                  <a:pt x="83741" y="31750"/>
                </a:cubicBezTo>
                <a:lnTo>
                  <a:pt x="425053" y="31750"/>
                </a:lnTo>
                <a:cubicBezTo>
                  <a:pt x="449759" y="31750"/>
                  <a:pt x="471488" y="48022"/>
                  <a:pt x="478433" y="71735"/>
                </a:cubicBezTo>
                <a:lnTo>
                  <a:pt x="501650" y="151309"/>
                </a:lnTo>
                <a:cubicBezTo>
                  <a:pt x="514350" y="194667"/>
                  <a:pt x="481707" y="238125"/>
                  <a:pt x="436563" y="238125"/>
                </a:cubicBezTo>
                <a:cubicBezTo>
                  <a:pt x="410468" y="238125"/>
                  <a:pt x="387548" y="223341"/>
                  <a:pt x="376238" y="201315"/>
                </a:cubicBezTo>
                <a:cubicBezTo>
                  <a:pt x="364728" y="223044"/>
                  <a:pt x="341908" y="238125"/>
                  <a:pt x="315317" y="238125"/>
                </a:cubicBezTo>
                <a:cubicBezTo>
                  <a:pt x="288925" y="238125"/>
                  <a:pt x="266005" y="223242"/>
                  <a:pt x="254496" y="201414"/>
                </a:cubicBezTo>
                <a:cubicBezTo>
                  <a:pt x="242987" y="223242"/>
                  <a:pt x="220067" y="238125"/>
                  <a:pt x="193675" y="238125"/>
                </a:cubicBezTo>
                <a:cubicBezTo>
                  <a:pt x="167084" y="238125"/>
                  <a:pt x="144264" y="223143"/>
                  <a:pt x="132755" y="201315"/>
                </a:cubicBezTo>
                <a:cubicBezTo>
                  <a:pt x="121444" y="223242"/>
                  <a:pt x="98524" y="238125"/>
                  <a:pt x="72430" y="238125"/>
                </a:cubicBezTo>
                <a:cubicBezTo>
                  <a:pt x="27186" y="238125"/>
                  <a:pt x="-5358" y="194766"/>
                  <a:pt x="7342" y="151309"/>
                </a:cubicBezTo>
                <a:lnTo>
                  <a:pt x="30460" y="71735"/>
                </a:lnTo>
                <a:close/>
                <a:moveTo>
                  <a:pt x="95647" y="349250"/>
                </a:moveTo>
                <a:lnTo>
                  <a:pt x="413147" y="349250"/>
                </a:lnTo>
                <a:lnTo>
                  <a:pt x="413147" y="283369"/>
                </a:lnTo>
                <a:cubicBezTo>
                  <a:pt x="420688" y="284956"/>
                  <a:pt x="428526" y="285750"/>
                  <a:pt x="436463" y="285750"/>
                </a:cubicBezTo>
                <a:cubicBezTo>
                  <a:pt x="450652" y="285750"/>
                  <a:pt x="464245" y="283170"/>
                  <a:pt x="476647" y="278606"/>
                </a:cubicBezTo>
                <a:lnTo>
                  <a:pt x="476647" y="428625"/>
                </a:lnTo>
                <a:cubicBezTo>
                  <a:pt x="476647" y="454918"/>
                  <a:pt x="455315" y="476250"/>
                  <a:pt x="429022" y="476250"/>
                </a:cubicBezTo>
                <a:lnTo>
                  <a:pt x="79772" y="476250"/>
                </a:lnTo>
                <a:cubicBezTo>
                  <a:pt x="53479" y="476250"/>
                  <a:pt x="32147" y="454918"/>
                  <a:pt x="32147" y="428625"/>
                </a:cubicBezTo>
                <a:lnTo>
                  <a:pt x="32147" y="278606"/>
                </a:lnTo>
                <a:cubicBezTo>
                  <a:pt x="44549" y="283170"/>
                  <a:pt x="58043" y="285750"/>
                  <a:pt x="72330" y="285750"/>
                </a:cubicBezTo>
                <a:cubicBezTo>
                  <a:pt x="80367" y="285750"/>
                  <a:pt x="88106" y="284956"/>
                  <a:pt x="95647" y="283369"/>
                </a:cubicBezTo>
                <a:lnTo>
                  <a:pt x="95647" y="349250"/>
                </a:ln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095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Local Businesses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0" y="25400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Community visibility and local customer engagement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70000" y="3683000"/>
            <a:ext cx="4318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87500" y="412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401" y="14288"/>
                </a:moveTo>
                <a:cubicBezTo>
                  <a:pt x="62607" y="6152"/>
                  <a:pt x="55761" y="0"/>
                  <a:pt x="47625" y="0"/>
                </a:cubicBezTo>
                <a:cubicBezTo>
                  <a:pt x="39489" y="0"/>
                  <a:pt x="32643" y="6152"/>
                  <a:pt x="31750" y="14188"/>
                </a:cubicBezTo>
                <a:lnTo>
                  <a:pt x="17760" y="148530"/>
                </a:lnTo>
                <a:cubicBezTo>
                  <a:pt x="16470" y="154484"/>
                  <a:pt x="15875" y="160536"/>
                  <a:pt x="15875" y="166588"/>
                </a:cubicBezTo>
                <a:cubicBezTo>
                  <a:pt x="15875" y="212130"/>
                  <a:pt x="50701" y="249535"/>
                  <a:pt x="95250" y="253603"/>
                </a:cubicBezTo>
                <a:lnTo>
                  <a:pt x="95250" y="476250"/>
                </a:lnTo>
                <a:cubicBezTo>
                  <a:pt x="95250" y="493812"/>
                  <a:pt x="109438" y="508000"/>
                  <a:pt x="127000" y="508000"/>
                </a:cubicBezTo>
                <a:cubicBezTo>
                  <a:pt x="144562" y="508000"/>
                  <a:pt x="158750" y="493812"/>
                  <a:pt x="158750" y="476250"/>
                </a:cubicBezTo>
                <a:lnTo>
                  <a:pt x="158750" y="253603"/>
                </a:lnTo>
                <a:cubicBezTo>
                  <a:pt x="203299" y="249535"/>
                  <a:pt x="238125" y="212130"/>
                  <a:pt x="238125" y="166588"/>
                </a:cubicBezTo>
                <a:cubicBezTo>
                  <a:pt x="238125" y="160536"/>
                  <a:pt x="237530" y="154484"/>
                  <a:pt x="236240" y="148530"/>
                </a:cubicBezTo>
                <a:lnTo>
                  <a:pt x="222151" y="14188"/>
                </a:lnTo>
                <a:cubicBezTo>
                  <a:pt x="221357" y="6152"/>
                  <a:pt x="214511" y="0"/>
                  <a:pt x="206375" y="0"/>
                </a:cubicBezTo>
                <a:cubicBezTo>
                  <a:pt x="198239" y="0"/>
                  <a:pt x="191393" y="6152"/>
                  <a:pt x="190599" y="14288"/>
                </a:cubicBezTo>
                <a:lnTo>
                  <a:pt x="177105" y="148729"/>
                </a:lnTo>
                <a:cubicBezTo>
                  <a:pt x="176510" y="154384"/>
                  <a:pt x="171748" y="158750"/>
                  <a:pt x="166092" y="158750"/>
                </a:cubicBezTo>
                <a:cubicBezTo>
                  <a:pt x="160338" y="158750"/>
                  <a:pt x="155575" y="154384"/>
                  <a:pt x="154980" y="148630"/>
                </a:cubicBezTo>
                <a:lnTo>
                  <a:pt x="142776" y="14486"/>
                </a:lnTo>
                <a:cubicBezTo>
                  <a:pt x="142081" y="6251"/>
                  <a:pt x="135235" y="0"/>
                  <a:pt x="127000" y="0"/>
                </a:cubicBezTo>
                <a:cubicBezTo>
                  <a:pt x="118765" y="0"/>
                  <a:pt x="111919" y="6251"/>
                  <a:pt x="111224" y="14486"/>
                </a:cubicBezTo>
                <a:lnTo>
                  <a:pt x="99020" y="148630"/>
                </a:lnTo>
                <a:cubicBezTo>
                  <a:pt x="98524" y="154384"/>
                  <a:pt x="93662" y="158750"/>
                  <a:pt x="87908" y="158750"/>
                </a:cubicBezTo>
                <a:cubicBezTo>
                  <a:pt x="82153" y="158750"/>
                  <a:pt x="77391" y="154384"/>
                  <a:pt x="76895" y="148729"/>
                </a:cubicBezTo>
                <a:lnTo>
                  <a:pt x="63401" y="14288"/>
                </a:lnTo>
                <a:close/>
                <a:moveTo>
                  <a:pt x="444500" y="0"/>
                </a:moveTo>
                <a:cubicBezTo>
                  <a:pt x="428625" y="0"/>
                  <a:pt x="317500" y="31750"/>
                  <a:pt x="317500" y="174625"/>
                </a:cubicBezTo>
                <a:lnTo>
                  <a:pt x="317500" y="285750"/>
                </a:lnTo>
                <a:cubicBezTo>
                  <a:pt x="317500" y="320774"/>
                  <a:pt x="345976" y="349250"/>
                  <a:pt x="381000" y="349250"/>
                </a:cubicBezTo>
                <a:lnTo>
                  <a:pt x="412750" y="349250"/>
                </a:lnTo>
                <a:lnTo>
                  <a:pt x="412750" y="476250"/>
                </a:lnTo>
                <a:cubicBezTo>
                  <a:pt x="412750" y="493812"/>
                  <a:pt x="426938" y="508000"/>
                  <a:pt x="444500" y="508000"/>
                </a:cubicBezTo>
                <a:cubicBezTo>
                  <a:pt x="462062" y="508000"/>
                  <a:pt x="476250" y="493812"/>
                  <a:pt x="476250" y="476250"/>
                </a:cubicBezTo>
                <a:lnTo>
                  <a:pt x="476250" y="31750"/>
                </a:lnTo>
                <a:cubicBezTo>
                  <a:pt x="476250" y="14188"/>
                  <a:pt x="462062" y="0"/>
                  <a:pt x="444500" y="0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873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Restaurants &amp; Cafes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86000" y="43180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Online menus, reservations, and customer reach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70000" y="5461000"/>
            <a:ext cx="4318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587500" y="590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107057"/>
                </a:moveTo>
                <a:lnTo>
                  <a:pt x="239117" y="86420"/>
                </a:lnTo>
                <a:cubicBezTo>
                  <a:pt x="214313" y="52090"/>
                  <a:pt x="174526" y="31750"/>
                  <a:pt x="132060" y="31750"/>
                </a:cubicBezTo>
                <a:cubicBezTo>
                  <a:pt x="59134" y="31750"/>
                  <a:pt x="0" y="90884"/>
                  <a:pt x="0" y="163810"/>
                </a:cubicBezTo>
                <a:lnTo>
                  <a:pt x="0" y="166390"/>
                </a:lnTo>
                <a:cubicBezTo>
                  <a:pt x="0" y="189805"/>
                  <a:pt x="6152" y="214015"/>
                  <a:pt x="16470" y="238125"/>
                </a:cubicBezTo>
                <a:lnTo>
                  <a:pt x="121642" y="238125"/>
                </a:lnTo>
                <a:cubicBezTo>
                  <a:pt x="124817" y="238125"/>
                  <a:pt x="127695" y="236240"/>
                  <a:pt x="128984" y="233263"/>
                </a:cubicBezTo>
                <a:lnTo>
                  <a:pt x="160536" y="157559"/>
                </a:lnTo>
                <a:cubicBezTo>
                  <a:pt x="164207" y="148828"/>
                  <a:pt x="172740" y="143073"/>
                  <a:pt x="182166" y="142875"/>
                </a:cubicBezTo>
                <a:cubicBezTo>
                  <a:pt x="191591" y="142677"/>
                  <a:pt x="200323" y="148233"/>
                  <a:pt x="204192" y="156865"/>
                </a:cubicBezTo>
                <a:lnTo>
                  <a:pt x="255091" y="269875"/>
                </a:lnTo>
                <a:lnTo>
                  <a:pt x="296168" y="187722"/>
                </a:lnTo>
                <a:cubicBezTo>
                  <a:pt x="300236" y="179685"/>
                  <a:pt x="308471" y="174526"/>
                  <a:pt x="317500" y="174526"/>
                </a:cubicBezTo>
                <a:cubicBezTo>
                  <a:pt x="326529" y="174526"/>
                  <a:pt x="334764" y="179586"/>
                  <a:pt x="338832" y="187722"/>
                </a:cubicBezTo>
                <a:lnTo>
                  <a:pt x="361851" y="233660"/>
                </a:lnTo>
                <a:cubicBezTo>
                  <a:pt x="363240" y="236339"/>
                  <a:pt x="365919" y="238026"/>
                  <a:pt x="368995" y="238026"/>
                </a:cubicBezTo>
                <a:lnTo>
                  <a:pt x="491629" y="238026"/>
                </a:lnTo>
                <a:cubicBezTo>
                  <a:pt x="502047" y="213916"/>
                  <a:pt x="508099" y="189706"/>
                  <a:pt x="508099" y="166291"/>
                </a:cubicBezTo>
                <a:lnTo>
                  <a:pt x="508099" y="163711"/>
                </a:lnTo>
                <a:cubicBezTo>
                  <a:pt x="508000" y="90884"/>
                  <a:pt x="448866" y="31750"/>
                  <a:pt x="375940" y="31750"/>
                </a:cubicBezTo>
                <a:cubicBezTo>
                  <a:pt x="333573" y="31750"/>
                  <a:pt x="293688" y="52090"/>
                  <a:pt x="268883" y="86420"/>
                </a:cubicBezTo>
                <a:lnTo>
                  <a:pt x="254000" y="106958"/>
                </a:lnTo>
                <a:close/>
                <a:moveTo>
                  <a:pt x="465931" y="285750"/>
                </a:moveTo>
                <a:lnTo>
                  <a:pt x="368895" y="285750"/>
                </a:lnTo>
                <a:cubicBezTo>
                  <a:pt x="347861" y="285750"/>
                  <a:pt x="328613" y="273844"/>
                  <a:pt x="319187" y="254992"/>
                </a:cubicBezTo>
                <a:lnTo>
                  <a:pt x="317500" y="251619"/>
                </a:lnTo>
                <a:lnTo>
                  <a:pt x="275332" y="336054"/>
                </a:lnTo>
                <a:cubicBezTo>
                  <a:pt x="271264" y="344289"/>
                  <a:pt x="262731" y="349448"/>
                  <a:pt x="253504" y="349250"/>
                </a:cubicBezTo>
                <a:cubicBezTo>
                  <a:pt x="244277" y="349052"/>
                  <a:pt x="236041" y="343595"/>
                  <a:pt x="232271" y="335260"/>
                </a:cubicBezTo>
                <a:lnTo>
                  <a:pt x="183356" y="226616"/>
                </a:lnTo>
                <a:lnTo>
                  <a:pt x="172938" y="251619"/>
                </a:lnTo>
                <a:cubicBezTo>
                  <a:pt x="164306" y="272355"/>
                  <a:pt x="144066" y="285849"/>
                  <a:pt x="121642" y="285849"/>
                </a:cubicBezTo>
                <a:lnTo>
                  <a:pt x="42069" y="285849"/>
                </a:lnTo>
                <a:cubicBezTo>
                  <a:pt x="88900" y="359073"/>
                  <a:pt x="164108" y="426442"/>
                  <a:pt x="211138" y="462359"/>
                </a:cubicBezTo>
                <a:cubicBezTo>
                  <a:pt x="223441" y="471686"/>
                  <a:pt x="238522" y="476349"/>
                  <a:pt x="253901" y="476349"/>
                </a:cubicBezTo>
                <a:cubicBezTo>
                  <a:pt x="269280" y="476349"/>
                  <a:pt x="284460" y="471785"/>
                  <a:pt x="296664" y="462359"/>
                </a:cubicBezTo>
                <a:cubicBezTo>
                  <a:pt x="343892" y="426343"/>
                  <a:pt x="419100" y="358973"/>
                  <a:pt x="465931" y="285750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5651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Clinics &amp; Healthcare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86000" y="60960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Trust-building platforms for patient confidence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270000" y="7112000"/>
            <a:ext cx="4318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87500" y="730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6200" y="111125"/>
                </a:moveTo>
                <a:cubicBezTo>
                  <a:pt x="76200" y="84832"/>
                  <a:pt x="93266" y="63500"/>
                  <a:pt x="114300" y="63500"/>
                </a:cubicBezTo>
                <a:cubicBezTo>
                  <a:pt x="135334" y="63500"/>
                  <a:pt x="152400" y="84832"/>
                  <a:pt x="152400" y="111125"/>
                </a:cubicBezTo>
                <a:lnTo>
                  <a:pt x="152400" y="222250"/>
                </a:lnTo>
                <a:lnTo>
                  <a:pt x="355600" y="222250"/>
                </a:lnTo>
                <a:lnTo>
                  <a:pt x="355600" y="111125"/>
                </a:lnTo>
                <a:cubicBezTo>
                  <a:pt x="355600" y="84832"/>
                  <a:pt x="372666" y="63500"/>
                  <a:pt x="393700" y="63500"/>
                </a:cubicBezTo>
                <a:cubicBezTo>
                  <a:pt x="414734" y="63500"/>
                  <a:pt x="431800" y="84832"/>
                  <a:pt x="431800" y="111125"/>
                </a:cubicBezTo>
                <a:lnTo>
                  <a:pt x="431800" y="127000"/>
                </a:lnTo>
                <a:lnTo>
                  <a:pt x="444500" y="127000"/>
                </a:lnTo>
                <a:cubicBezTo>
                  <a:pt x="465534" y="127000"/>
                  <a:pt x="482600" y="148332"/>
                  <a:pt x="482600" y="174625"/>
                </a:cubicBezTo>
                <a:lnTo>
                  <a:pt x="482600" y="222250"/>
                </a:lnTo>
                <a:cubicBezTo>
                  <a:pt x="496649" y="222250"/>
                  <a:pt x="508000" y="236438"/>
                  <a:pt x="508000" y="254000"/>
                </a:cubicBezTo>
                <a:cubicBezTo>
                  <a:pt x="508000" y="271562"/>
                  <a:pt x="496649" y="285750"/>
                  <a:pt x="482600" y="285750"/>
                </a:cubicBezTo>
                <a:lnTo>
                  <a:pt x="482600" y="333375"/>
                </a:lnTo>
                <a:cubicBezTo>
                  <a:pt x="482600" y="359668"/>
                  <a:pt x="465534" y="381000"/>
                  <a:pt x="444500" y="381000"/>
                </a:cubicBezTo>
                <a:lnTo>
                  <a:pt x="431800" y="381000"/>
                </a:lnTo>
                <a:lnTo>
                  <a:pt x="431800" y="396875"/>
                </a:lnTo>
                <a:cubicBezTo>
                  <a:pt x="431800" y="423168"/>
                  <a:pt x="414734" y="444500"/>
                  <a:pt x="393700" y="444500"/>
                </a:cubicBezTo>
                <a:cubicBezTo>
                  <a:pt x="372666" y="444500"/>
                  <a:pt x="355600" y="423168"/>
                  <a:pt x="355600" y="396875"/>
                </a:cubicBezTo>
                <a:lnTo>
                  <a:pt x="355600" y="285750"/>
                </a:lnTo>
                <a:lnTo>
                  <a:pt x="152400" y="285750"/>
                </a:lnTo>
                <a:lnTo>
                  <a:pt x="152400" y="396875"/>
                </a:lnTo>
                <a:cubicBezTo>
                  <a:pt x="152400" y="423168"/>
                  <a:pt x="135334" y="444500"/>
                  <a:pt x="114300" y="444500"/>
                </a:cubicBezTo>
                <a:cubicBezTo>
                  <a:pt x="93266" y="444500"/>
                  <a:pt x="76200" y="423168"/>
                  <a:pt x="76200" y="396875"/>
                </a:cubicBezTo>
                <a:lnTo>
                  <a:pt x="76200" y="381000"/>
                </a:lnTo>
                <a:lnTo>
                  <a:pt x="63500" y="381000"/>
                </a:lnTo>
                <a:cubicBezTo>
                  <a:pt x="42466" y="381000"/>
                  <a:pt x="25400" y="359668"/>
                  <a:pt x="25400" y="333375"/>
                </a:cubicBezTo>
                <a:lnTo>
                  <a:pt x="25400" y="285750"/>
                </a:lnTo>
                <a:cubicBezTo>
                  <a:pt x="11351" y="285750"/>
                  <a:pt x="0" y="271562"/>
                  <a:pt x="0" y="254000"/>
                </a:cubicBezTo>
                <a:cubicBezTo>
                  <a:pt x="0" y="236438"/>
                  <a:pt x="11351" y="222250"/>
                  <a:pt x="25400" y="222250"/>
                </a:cubicBezTo>
                <a:lnTo>
                  <a:pt x="25400" y="174625"/>
                </a:lnTo>
                <a:cubicBezTo>
                  <a:pt x="25400" y="148332"/>
                  <a:pt x="42466" y="127000"/>
                  <a:pt x="63500" y="127000"/>
                </a:cubicBezTo>
                <a:lnTo>
                  <a:pt x="76200" y="127000"/>
                </a:lnTo>
                <a:lnTo>
                  <a:pt x="76200" y="111125"/>
                </a:ln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7239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Gyms &amp; Fitness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286000" y="76835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Member attraction and class bookings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69000" y="1905000"/>
            <a:ext cx="4318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865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2333" y="194270"/>
                </a:moveTo>
                <a:lnTo>
                  <a:pt x="226836" y="279698"/>
                </a:lnTo>
                <a:cubicBezTo>
                  <a:pt x="235479" y="283666"/>
                  <a:pt x="244651" y="285750"/>
                  <a:pt x="254000" y="285750"/>
                </a:cubicBezTo>
                <a:cubicBezTo>
                  <a:pt x="263349" y="285750"/>
                  <a:pt x="272521" y="283666"/>
                  <a:pt x="281164" y="279698"/>
                </a:cubicBezTo>
                <a:lnTo>
                  <a:pt x="494947" y="180677"/>
                </a:lnTo>
                <a:cubicBezTo>
                  <a:pt x="502885" y="177006"/>
                  <a:pt x="508000" y="168374"/>
                  <a:pt x="508000" y="158750"/>
                </a:cubicBezTo>
                <a:cubicBezTo>
                  <a:pt x="508000" y="149126"/>
                  <a:pt x="502885" y="140494"/>
                  <a:pt x="494947" y="136823"/>
                </a:cubicBezTo>
                <a:lnTo>
                  <a:pt x="281164" y="37802"/>
                </a:lnTo>
                <a:cubicBezTo>
                  <a:pt x="272521" y="33834"/>
                  <a:pt x="263349" y="31750"/>
                  <a:pt x="254000" y="31750"/>
                </a:cubicBezTo>
                <a:cubicBezTo>
                  <a:pt x="244651" y="31750"/>
                  <a:pt x="235479" y="33834"/>
                  <a:pt x="226836" y="37802"/>
                </a:cubicBezTo>
                <a:lnTo>
                  <a:pt x="13053" y="136823"/>
                </a:lnTo>
                <a:cubicBezTo>
                  <a:pt x="5115" y="140494"/>
                  <a:pt x="0" y="149126"/>
                  <a:pt x="0" y="158750"/>
                </a:cubicBezTo>
                <a:lnTo>
                  <a:pt x="0" y="452437"/>
                </a:lnTo>
                <a:cubicBezTo>
                  <a:pt x="0" y="465634"/>
                  <a:pt x="9437" y="476250"/>
                  <a:pt x="21167" y="476250"/>
                </a:cubicBezTo>
                <a:cubicBezTo>
                  <a:pt x="32897" y="476250"/>
                  <a:pt x="42333" y="465634"/>
                  <a:pt x="42333" y="452437"/>
                </a:cubicBezTo>
                <a:lnTo>
                  <a:pt x="42333" y="194270"/>
                </a:lnTo>
                <a:close/>
                <a:moveTo>
                  <a:pt x="84667" y="265410"/>
                </a:moveTo>
                <a:lnTo>
                  <a:pt x="84667" y="381000"/>
                </a:lnTo>
                <a:cubicBezTo>
                  <a:pt x="84667" y="433586"/>
                  <a:pt x="160514" y="476250"/>
                  <a:pt x="254000" y="476250"/>
                </a:cubicBezTo>
                <a:cubicBezTo>
                  <a:pt x="347486" y="476250"/>
                  <a:pt x="423333" y="433586"/>
                  <a:pt x="423333" y="381000"/>
                </a:cubicBezTo>
                <a:lnTo>
                  <a:pt x="423333" y="265311"/>
                </a:lnTo>
                <a:lnTo>
                  <a:pt x="297303" y="323751"/>
                </a:lnTo>
                <a:cubicBezTo>
                  <a:pt x="283545" y="330101"/>
                  <a:pt x="268905" y="333375"/>
                  <a:pt x="254000" y="333375"/>
                </a:cubicBezTo>
                <a:cubicBezTo>
                  <a:pt x="239095" y="333375"/>
                  <a:pt x="224455" y="330101"/>
                  <a:pt x="210697" y="323751"/>
                </a:cubicBezTo>
                <a:lnTo>
                  <a:pt x="84667" y="265311"/>
                </a:ln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22" name="Text 20"/>
          <p:cNvSpPr/>
          <p:nvPr/>
        </p:nvSpPr>
        <p:spPr>
          <a:xfrm>
            <a:off x="6985000" y="2095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Educational Institutions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85000" y="25400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Student engagement and course showcasing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69000" y="3683000"/>
            <a:ext cx="4318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86500" y="412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7" y="0"/>
                </a:moveTo>
                <a:cubicBezTo>
                  <a:pt x="37968" y="0"/>
                  <a:pt x="0" y="28476"/>
                  <a:pt x="0" y="63500"/>
                </a:cubicBezTo>
                <a:lnTo>
                  <a:pt x="0" y="444500"/>
                </a:lnTo>
                <a:cubicBezTo>
                  <a:pt x="0" y="479524"/>
                  <a:pt x="37968" y="508000"/>
                  <a:pt x="84667" y="508000"/>
                </a:cubicBezTo>
                <a:lnTo>
                  <a:pt x="423333" y="508000"/>
                </a:lnTo>
                <a:cubicBezTo>
                  <a:pt x="470032" y="508000"/>
                  <a:pt x="508000" y="479524"/>
                  <a:pt x="508000" y="444500"/>
                </a:cubicBezTo>
                <a:lnTo>
                  <a:pt x="508000" y="63500"/>
                </a:lnTo>
                <a:cubicBezTo>
                  <a:pt x="508000" y="28476"/>
                  <a:pt x="470032" y="0"/>
                  <a:pt x="423333" y="0"/>
                </a:cubicBezTo>
                <a:lnTo>
                  <a:pt x="84667" y="0"/>
                </a:lnTo>
                <a:close/>
                <a:moveTo>
                  <a:pt x="232833" y="349250"/>
                </a:moveTo>
                <a:lnTo>
                  <a:pt x="275167" y="349250"/>
                </a:lnTo>
                <a:cubicBezTo>
                  <a:pt x="298582" y="349250"/>
                  <a:pt x="317500" y="363438"/>
                  <a:pt x="317500" y="381000"/>
                </a:cubicBezTo>
                <a:lnTo>
                  <a:pt x="317500" y="460375"/>
                </a:lnTo>
                <a:lnTo>
                  <a:pt x="190500" y="460375"/>
                </a:lnTo>
                <a:lnTo>
                  <a:pt x="190500" y="381000"/>
                </a:lnTo>
                <a:cubicBezTo>
                  <a:pt x="190500" y="363438"/>
                  <a:pt x="209418" y="349250"/>
                  <a:pt x="232833" y="349250"/>
                </a:cubicBezTo>
                <a:close/>
                <a:moveTo>
                  <a:pt x="127000" y="111125"/>
                </a:moveTo>
                <a:cubicBezTo>
                  <a:pt x="127000" y="102394"/>
                  <a:pt x="136525" y="95250"/>
                  <a:pt x="148167" y="95250"/>
                </a:cubicBezTo>
                <a:lnTo>
                  <a:pt x="190500" y="95250"/>
                </a:lnTo>
                <a:cubicBezTo>
                  <a:pt x="202142" y="95250"/>
                  <a:pt x="211667" y="102394"/>
                  <a:pt x="211667" y="111125"/>
                </a:cubicBezTo>
                <a:lnTo>
                  <a:pt x="211667" y="142875"/>
                </a:lnTo>
                <a:cubicBezTo>
                  <a:pt x="211667" y="151606"/>
                  <a:pt x="202142" y="158750"/>
                  <a:pt x="190500" y="158750"/>
                </a:cubicBezTo>
                <a:lnTo>
                  <a:pt x="148167" y="158750"/>
                </a:lnTo>
                <a:cubicBezTo>
                  <a:pt x="136525" y="158750"/>
                  <a:pt x="127000" y="151606"/>
                  <a:pt x="127000" y="142875"/>
                </a:cubicBezTo>
                <a:lnTo>
                  <a:pt x="127000" y="111125"/>
                </a:lnTo>
                <a:close/>
                <a:moveTo>
                  <a:pt x="317500" y="95250"/>
                </a:moveTo>
                <a:lnTo>
                  <a:pt x="359833" y="95250"/>
                </a:lnTo>
                <a:cubicBezTo>
                  <a:pt x="371475" y="95250"/>
                  <a:pt x="381000" y="102394"/>
                  <a:pt x="381000" y="111125"/>
                </a:cubicBezTo>
                <a:lnTo>
                  <a:pt x="381000" y="142875"/>
                </a:lnTo>
                <a:cubicBezTo>
                  <a:pt x="381000" y="151606"/>
                  <a:pt x="371475" y="158750"/>
                  <a:pt x="359833" y="158750"/>
                </a:cubicBezTo>
                <a:lnTo>
                  <a:pt x="317500" y="158750"/>
                </a:lnTo>
                <a:cubicBezTo>
                  <a:pt x="305858" y="158750"/>
                  <a:pt x="296333" y="151606"/>
                  <a:pt x="296333" y="142875"/>
                </a:cubicBezTo>
                <a:lnTo>
                  <a:pt x="296333" y="111125"/>
                </a:lnTo>
                <a:cubicBezTo>
                  <a:pt x="296333" y="102394"/>
                  <a:pt x="305858" y="95250"/>
                  <a:pt x="317500" y="95250"/>
                </a:cubicBezTo>
                <a:close/>
                <a:moveTo>
                  <a:pt x="127000" y="238125"/>
                </a:moveTo>
                <a:cubicBezTo>
                  <a:pt x="127000" y="229394"/>
                  <a:pt x="136525" y="222250"/>
                  <a:pt x="148167" y="222250"/>
                </a:cubicBezTo>
                <a:lnTo>
                  <a:pt x="190500" y="222250"/>
                </a:lnTo>
                <a:cubicBezTo>
                  <a:pt x="202142" y="222250"/>
                  <a:pt x="211667" y="229394"/>
                  <a:pt x="211667" y="238125"/>
                </a:cubicBezTo>
                <a:lnTo>
                  <a:pt x="211667" y="269875"/>
                </a:lnTo>
                <a:cubicBezTo>
                  <a:pt x="211667" y="278606"/>
                  <a:pt x="202142" y="285750"/>
                  <a:pt x="190500" y="285750"/>
                </a:cubicBezTo>
                <a:lnTo>
                  <a:pt x="148167" y="285750"/>
                </a:lnTo>
                <a:cubicBezTo>
                  <a:pt x="136525" y="285750"/>
                  <a:pt x="127000" y="278606"/>
                  <a:pt x="127000" y="269875"/>
                </a:cubicBezTo>
                <a:lnTo>
                  <a:pt x="127000" y="238125"/>
                </a:lnTo>
                <a:close/>
                <a:moveTo>
                  <a:pt x="317500" y="222250"/>
                </a:moveTo>
                <a:lnTo>
                  <a:pt x="359833" y="222250"/>
                </a:lnTo>
                <a:cubicBezTo>
                  <a:pt x="371475" y="222250"/>
                  <a:pt x="381000" y="229394"/>
                  <a:pt x="381000" y="238125"/>
                </a:cubicBezTo>
                <a:lnTo>
                  <a:pt x="381000" y="269875"/>
                </a:lnTo>
                <a:cubicBezTo>
                  <a:pt x="381000" y="278606"/>
                  <a:pt x="371475" y="285750"/>
                  <a:pt x="359833" y="285750"/>
                </a:cubicBezTo>
                <a:lnTo>
                  <a:pt x="317500" y="285750"/>
                </a:lnTo>
                <a:cubicBezTo>
                  <a:pt x="305858" y="285750"/>
                  <a:pt x="296333" y="278606"/>
                  <a:pt x="296333" y="269875"/>
                </a:cubicBezTo>
                <a:lnTo>
                  <a:pt x="296333" y="238125"/>
                </a:lnTo>
                <a:cubicBezTo>
                  <a:pt x="296333" y="229394"/>
                  <a:pt x="305858" y="222250"/>
                  <a:pt x="317500" y="222250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26" name="Text 24"/>
          <p:cNvSpPr/>
          <p:nvPr/>
        </p:nvSpPr>
        <p:spPr>
          <a:xfrm>
            <a:off x="6985000" y="3873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Small Businesses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85000" y="43180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Credibility establishment and brand growth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69000" y="5461000"/>
            <a:ext cx="4318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86500" y="590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317500"/>
                </a:moveTo>
                <a:lnTo>
                  <a:pt x="24309" y="317500"/>
                </a:lnTo>
                <a:cubicBezTo>
                  <a:pt x="-397" y="317500"/>
                  <a:pt x="-15577" y="290612"/>
                  <a:pt x="-2877" y="269379"/>
                </a:cubicBezTo>
                <a:lnTo>
                  <a:pt x="49609" y="181868"/>
                </a:lnTo>
                <a:cubicBezTo>
                  <a:pt x="58241" y="167481"/>
                  <a:pt x="73720" y="158750"/>
                  <a:pt x="90488" y="158750"/>
                </a:cubicBezTo>
                <a:lnTo>
                  <a:pt x="184745" y="158750"/>
                </a:lnTo>
                <a:cubicBezTo>
                  <a:pt x="260251" y="30857"/>
                  <a:pt x="372864" y="24408"/>
                  <a:pt x="448171" y="35421"/>
                </a:cubicBezTo>
                <a:cubicBezTo>
                  <a:pt x="460871" y="37306"/>
                  <a:pt x="470793" y="47228"/>
                  <a:pt x="472579" y="59829"/>
                </a:cubicBezTo>
                <a:cubicBezTo>
                  <a:pt x="483592" y="135136"/>
                  <a:pt x="477143" y="247749"/>
                  <a:pt x="349250" y="323255"/>
                </a:cubicBezTo>
                <a:lnTo>
                  <a:pt x="349250" y="417513"/>
                </a:lnTo>
                <a:cubicBezTo>
                  <a:pt x="349250" y="434280"/>
                  <a:pt x="340519" y="449759"/>
                  <a:pt x="326132" y="458391"/>
                </a:cubicBezTo>
                <a:lnTo>
                  <a:pt x="238621" y="510877"/>
                </a:lnTo>
                <a:cubicBezTo>
                  <a:pt x="217488" y="523577"/>
                  <a:pt x="190500" y="508298"/>
                  <a:pt x="190500" y="483691"/>
                </a:cubicBezTo>
                <a:lnTo>
                  <a:pt x="190500" y="381000"/>
                </a:lnTo>
                <a:cubicBezTo>
                  <a:pt x="190500" y="345976"/>
                  <a:pt x="162024" y="317500"/>
                  <a:pt x="127000" y="317500"/>
                </a:cubicBezTo>
                <a:lnTo>
                  <a:pt x="126901" y="317500"/>
                </a:lnTo>
                <a:close/>
                <a:moveTo>
                  <a:pt x="396875" y="158750"/>
                </a:moveTo>
                <a:cubicBezTo>
                  <a:pt x="396875" y="132465"/>
                  <a:pt x="375535" y="111125"/>
                  <a:pt x="349250" y="111125"/>
                </a:cubicBezTo>
                <a:cubicBezTo>
                  <a:pt x="322965" y="111125"/>
                  <a:pt x="301625" y="132465"/>
                  <a:pt x="301625" y="158750"/>
                </a:cubicBezTo>
                <a:cubicBezTo>
                  <a:pt x="301625" y="185035"/>
                  <a:pt x="322965" y="206375"/>
                  <a:pt x="349250" y="206375"/>
                </a:cubicBezTo>
                <a:cubicBezTo>
                  <a:pt x="375535" y="206375"/>
                  <a:pt x="396875" y="185035"/>
                  <a:pt x="396875" y="158750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30" name="Text 28"/>
          <p:cNvSpPr/>
          <p:nvPr/>
        </p:nvSpPr>
        <p:spPr>
          <a:xfrm>
            <a:off x="6985000" y="5651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Startups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985000" y="60960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Brand launch and market positioning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969000" y="7112000"/>
            <a:ext cx="4318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86500" y="730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8438" y="47625"/>
                </a:moveTo>
                <a:lnTo>
                  <a:pt x="309562" y="47625"/>
                </a:lnTo>
                <a:cubicBezTo>
                  <a:pt x="313928" y="47625"/>
                  <a:pt x="317500" y="51197"/>
                  <a:pt x="317500" y="55563"/>
                </a:cubicBezTo>
                <a:lnTo>
                  <a:pt x="317500" y="95250"/>
                </a:lnTo>
                <a:lnTo>
                  <a:pt x="190500" y="95250"/>
                </a:lnTo>
                <a:lnTo>
                  <a:pt x="190500" y="55563"/>
                </a:lnTo>
                <a:cubicBezTo>
                  <a:pt x="190500" y="51197"/>
                  <a:pt x="194072" y="47625"/>
                  <a:pt x="198438" y="47625"/>
                </a:cubicBezTo>
                <a:close/>
                <a:moveTo>
                  <a:pt x="142875" y="55563"/>
                </a:moveTo>
                <a:lnTo>
                  <a:pt x="142875" y="95250"/>
                </a:lnTo>
                <a:lnTo>
                  <a:pt x="63500" y="95250"/>
                </a:lnTo>
                <a:cubicBezTo>
                  <a:pt x="28476" y="95250"/>
                  <a:pt x="0" y="123726"/>
                  <a:pt x="0" y="158750"/>
                </a:cubicBezTo>
                <a:lnTo>
                  <a:pt x="0" y="254000"/>
                </a:lnTo>
                <a:lnTo>
                  <a:pt x="508000" y="254000"/>
                </a:lnTo>
                <a:lnTo>
                  <a:pt x="508000" y="158750"/>
                </a:lnTo>
                <a:cubicBezTo>
                  <a:pt x="508000" y="123726"/>
                  <a:pt x="479524" y="95250"/>
                  <a:pt x="444500" y="95250"/>
                </a:cubicBezTo>
                <a:lnTo>
                  <a:pt x="365125" y="95250"/>
                </a:lnTo>
                <a:lnTo>
                  <a:pt x="365125" y="55563"/>
                </a:lnTo>
                <a:cubicBezTo>
                  <a:pt x="365125" y="24904"/>
                  <a:pt x="340221" y="0"/>
                  <a:pt x="309562" y="0"/>
                </a:cubicBezTo>
                <a:lnTo>
                  <a:pt x="198438" y="0"/>
                </a:lnTo>
                <a:cubicBezTo>
                  <a:pt x="167779" y="0"/>
                  <a:pt x="142875" y="24904"/>
                  <a:pt x="142875" y="55563"/>
                </a:cubicBezTo>
                <a:close/>
                <a:moveTo>
                  <a:pt x="508000" y="301625"/>
                </a:moveTo>
                <a:lnTo>
                  <a:pt x="317500" y="301625"/>
                </a:lnTo>
                <a:lnTo>
                  <a:pt x="317500" y="317500"/>
                </a:lnTo>
                <a:cubicBezTo>
                  <a:pt x="317500" y="335062"/>
                  <a:pt x="303312" y="349250"/>
                  <a:pt x="285750" y="349250"/>
                </a:cubicBezTo>
                <a:lnTo>
                  <a:pt x="222250" y="349250"/>
                </a:lnTo>
                <a:cubicBezTo>
                  <a:pt x="204688" y="349250"/>
                  <a:pt x="190500" y="335062"/>
                  <a:pt x="190500" y="317500"/>
                </a:cubicBezTo>
                <a:lnTo>
                  <a:pt x="190500" y="301625"/>
                </a:lnTo>
                <a:lnTo>
                  <a:pt x="0" y="301625"/>
                </a:lnTo>
                <a:lnTo>
                  <a:pt x="0" y="412750"/>
                </a:lnTo>
                <a:cubicBezTo>
                  <a:pt x="0" y="447774"/>
                  <a:pt x="28476" y="476250"/>
                  <a:pt x="63500" y="476250"/>
                </a:cubicBezTo>
                <a:lnTo>
                  <a:pt x="444500" y="476250"/>
                </a:lnTo>
                <a:cubicBezTo>
                  <a:pt x="479524" y="476250"/>
                  <a:pt x="508000" y="447774"/>
                  <a:pt x="508000" y="412750"/>
                </a:cubicBezTo>
                <a:lnTo>
                  <a:pt x="508000" y="301625"/>
                </a:ln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34" name="Text 32"/>
          <p:cNvSpPr/>
          <p:nvPr/>
        </p:nvSpPr>
        <p:spPr>
          <a:xfrm>
            <a:off x="6985000" y="7239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Service-Based Business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85000" y="76835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Lead generation and client acquisition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0668000" y="1905000"/>
            <a:ext cx="4318000" cy="6350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0F1B31"/>
              </a:gs>
              <a:gs pos="100000">
                <a:srgbClr val="0F1B31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37" name="Text 35"/>
          <p:cNvSpPr/>
          <p:nvPr/>
        </p:nvSpPr>
        <p:spPr>
          <a:xfrm>
            <a:off x="11049000" y="2286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Also We Serve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1049000" y="3048000"/>
            <a:ext cx="3556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Real Estate Businesses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Personal Brands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Freelancers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Growing Businesses</a:t>
            </a:r>
            <a:endParaRPr lang="en-US" sz="1800" dirty="0"/>
          </a:p>
          <a:p>
            <a:pPr algn="l">
              <a:lnSpc>
                <a:spcPct val="180000"/>
              </a:lnSpc>
              <a:spcBef>
                <a:spcPts val="3000"/>
              </a:spcBef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Every business deserves a strong digital presence regardless of size or industry.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Challenges Businesses Face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8DDE4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350000" cy="622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Professional Website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lose credibility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Weak Online Presence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competitors win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Outdated Design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damages brand perception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Mobile Experience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60%+ traffic lost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Slow Website Speed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visitors abandon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Search Visibility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remain undiscovered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0" y="1905000"/>
            <a:ext cx="6350000" cy="622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 to Contact Business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lost leads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Customer Trust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reduced confidence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Customer Experience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hurts reputation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Digital Credibility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lose to competitors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Lost Leads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no contact systems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Technical Support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left stranded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0000" y="8128000"/>
            <a:ext cx="13716000" cy="508000"/>
          </a:xfrm>
          <a:prstGeom prst="roundRect">
            <a:avLst>
              <a:gd name="adj" fmla="val 8000"/>
            </a:avLst>
          </a:prstGeom>
          <a:solidFill>
            <a:srgbClr val="0F1B31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8128000"/>
            <a:ext cx="132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 solve these problems with professional, modern, performance-driven web solutions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C8D4E0"/>
              </a:gs>
              <a:gs pos="50000">
                <a:srgbClr val="C8D4E3">
                  <a:alpha val="31000"/>
                </a:srgbClr>
              </a:gs>
              <a:gs pos="100000">
                <a:srgbClr val="0F1B31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Services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Comprehensive digital solutions designed to build, launch, and grow your online presence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Website Design &amp; Development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8DDE4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35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 websites tailored to your goals with modern design and clean architecture.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3175000"/>
            <a:ext cx="4318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24000" y="349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0" y="0"/>
                </a:moveTo>
                <a:cubicBezTo>
                  <a:pt x="34171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34171" y="457200"/>
                  <a:pt x="76200" y="457200"/>
                </a:cubicBezTo>
                <a:lnTo>
                  <a:pt x="381000" y="457200"/>
                </a:lnTo>
                <a:cubicBezTo>
                  <a:pt x="423029" y="457200"/>
                  <a:pt x="457200" y="431572"/>
                  <a:pt x="457200" y="400050"/>
                </a:cubicBezTo>
                <a:lnTo>
                  <a:pt x="457200" y="57150"/>
                </a:lnTo>
                <a:cubicBezTo>
                  <a:pt x="457200" y="25628"/>
                  <a:pt x="423029" y="0"/>
                  <a:pt x="381000" y="0"/>
                </a:cubicBezTo>
                <a:lnTo>
                  <a:pt x="76200" y="0"/>
                </a:lnTo>
                <a:close/>
                <a:moveTo>
                  <a:pt x="209550" y="314325"/>
                </a:moveTo>
                <a:lnTo>
                  <a:pt x="247650" y="314325"/>
                </a:lnTo>
                <a:cubicBezTo>
                  <a:pt x="268724" y="314325"/>
                  <a:pt x="285750" y="327094"/>
                  <a:pt x="285750" y="342900"/>
                </a:cubicBezTo>
                <a:lnTo>
                  <a:pt x="285750" y="414338"/>
                </a:lnTo>
                <a:lnTo>
                  <a:pt x="171450" y="414338"/>
                </a:lnTo>
                <a:lnTo>
                  <a:pt x="171450" y="342900"/>
                </a:lnTo>
                <a:cubicBezTo>
                  <a:pt x="171450" y="327094"/>
                  <a:pt x="188476" y="314325"/>
                  <a:pt x="209550" y="314325"/>
                </a:cubicBezTo>
                <a:close/>
                <a:moveTo>
                  <a:pt x="114300" y="100013"/>
                </a:moveTo>
                <a:cubicBezTo>
                  <a:pt x="114300" y="92154"/>
                  <a:pt x="122873" y="85725"/>
                  <a:pt x="133350" y="85725"/>
                </a:cubicBezTo>
                <a:lnTo>
                  <a:pt x="171450" y="85725"/>
                </a:lnTo>
                <a:cubicBezTo>
                  <a:pt x="181928" y="85725"/>
                  <a:pt x="190500" y="92154"/>
                  <a:pt x="190500" y="100013"/>
                </a:cubicBezTo>
                <a:lnTo>
                  <a:pt x="190500" y="128588"/>
                </a:lnTo>
                <a:cubicBezTo>
                  <a:pt x="190500" y="136446"/>
                  <a:pt x="181928" y="142875"/>
                  <a:pt x="171450" y="142875"/>
                </a:cubicBezTo>
                <a:lnTo>
                  <a:pt x="133350" y="142875"/>
                </a:lnTo>
                <a:cubicBezTo>
                  <a:pt x="122873" y="142875"/>
                  <a:pt x="114300" y="136446"/>
                  <a:pt x="114300" y="128588"/>
                </a:cubicBezTo>
                <a:lnTo>
                  <a:pt x="114300" y="100013"/>
                </a:lnTo>
                <a:close/>
                <a:moveTo>
                  <a:pt x="285750" y="85725"/>
                </a:moveTo>
                <a:lnTo>
                  <a:pt x="323850" y="85725"/>
                </a:lnTo>
                <a:cubicBezTo>
                  <a:pt x="334328" y="85725"/>
                  <a:pt x="342900" y="92154"/>
                  <a:pt x="342900" y="100013"/>
                </a:cubicBezTo>
                <a:lnTo>
                  <a:pt x="342900" y="128588"/>
                </a:lnTo>
                <a:cubicBezTo>
                  <a:pt x="342900" y="136446"/>
                  <a:pt x="334328" y="142875"/>
                  <a:pt x="323850" y="142875"/>
                </a:cubicBezTo>
                <a:lnTo>
                  <a:pt x="285750" y="142875"/>
                </a:lnTo>
                <a:cubicBezTo>
                  <a:pt x="275273" y="142875"/>
                  <a:pt x="266700" y="136446"/>
                  <a:pt x="266700" y="128588"/>
                </a:cubicBezTo>
                <a:lnTo>
                  <a:pt x="266700" y="100013"/>
                </a:lnTo>
                <a:cubicBezTo>
                  <a:pt x="266700" y="92154"/>
                  <a:pt x="275273" y="85725"/>
                  <a:pt x="285750" y="85725"/>
                </a:cubicBezTo>
                <a:close/>
                <a:moveTo>
                  <a:pt x="114300" y="214313"/>
                </a:moveTo>
                <a:cubicBezTo>
                  <a:pt x="114300" y="206454"/>
                  <a:pt x="122873" y="200025"/>
                  <a:pt x="133350" y="200025"/>
                </a:cubicBezTo>
                <a:lnTo>
                  <a:pt x="171450" y="200025"/>
                </a:lnTo>
                <a:cubicBezTo>
                  <a:pt x="181928" y="200025"/>
                  <a:pt x="190500" y="206454"/>
                  <a:pt x="190500" y="214313"/>
                </a:cubicBezTo>
                <a:lnTo>
                  <a:pt x="190500" y="242888"/>
                </a:lnTo>
                <a:cubicBezTo>
                  <a:pt x="190500" y="250746"/>
                  <a:pt x="181928" y="257175"/>
                  <a:pt x="171450" y="257175"/>
                </a:cubicBezTo>
                <a:lnTo>
                  <a:pt x="133350" y="257175"/>
                </a:lnTo>
                <a:cubicBezTo>
                  <a:pt x="122873" y="257175"/>
                  <a:pt x="114300" y="250746"/>
                  <a:pt x="114300" y="242888"/>
                </a:cubicBezTo>
                <a:lnTo>
                  <a:pt x="114300" y="214313"/>
                </a:lnTo>
                <a:close/>
                <a:moveTo>
                  <a:pt x="285750" y="200025"/>
                </a:moveTo>
                <a:lnTo>
                  <a:pt x="323850" y="200025"/>
                </a:lnTo>
                <a:cubicBezTo>
                  <a:pt x="334328" y="200025"/>
                  <a:pt x="342900" y="206454"/>
                  <a:pt x="342900" y="214313"/>
                </a:cubicBezTo>
                <a:lnTo>
                  <a:pt x="342900" y="242888"/>
                </a:lnTo>
                <a:cubicBezTo>
                  <a:pt x="342900" y="250746"/>
                  <a:pt x="334328" y="257175"/>
                  <a:pt x="323850" y="257175"/>
                </a:cubicBezTo>
                <a:lnTo>
                  <a:pt x="285750" y="257175"/>
                </a:lnTo>
                <a:cubicBezTo>
                  <a:pt x="275273" y="257175"/>
                  <a:pt x="266700" y="250746"/>
                  <a:pt x="266700" y="242888"/>
                </a:cubicBezTo>
                <a:lnTo>
                  <a:pt x="266700" y="214313"/>
                </a:lnTo>
                <a:cubicBezTo>
                  <a:pt x="266700" y="206454"/>
                  <a:pt x="275273" y="200025"/>
                  <a:pt x="285750" y="200025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7" name="Text 5"/>
          <p:cNvSpPr/>
          <p:nvPr/>
        </p:nvSpPr>
        <p:spPr>
          <a:xfrm>
            <a:off x="2159000" y="3302000"/>
            <a:ext cx="317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Business Websites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Establish credibility and trust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70000" y="4699000"/>
            <a:ext cx="4318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24000" y="501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0" name="Text 8"/>
          <p:cNvSpPr/>
          <p:nvPr/>
        </p:nvSpPr>
        <p:spPr>
          <a:xfrm>
            <a:off x="2159000" y="4826000"/>
            <a:ext cx="317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Landing Pages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Maximum conversion design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70000" y="6223000"/>
            <a:ext cx="4318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24000" y="654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5314" y="28575"/>
                </a:moveTo>
                <a:cubicBezTo>
                  <a:pt x="29289" y="28575"/>
                  <a:pt x="0" y="54203"/>
                  <a:pt x="0" y="85725"/>
                </a:cubicBezTo>
                <a:lnTo>
                  <a:pt x="0" y="371475"/>
                </a:lnTo>
                <a:cubicBezTo>
                  <a:pt x="0" y="402997"/>
                  <a:pt x="29289" y="428625"/>
                  <a:pt x="65314" y="428625"/>
                </a:cubicBezTo>
                <a:lnTo>
                  <a:pt x="391886" y="428625"/>
                </a:lnTo>
                <a:cubicBezTo>
                  <a:pt x="427911" y="428625"/>
                  <a:pt x="457200" y="402997"/>
                  <a:pt x="457200" y="371475"/>
                </a:cubicBezTo>
                <a:lnTo>
                  <a:pt x="457200" y="85725"/>
                </a:lnTo>
                <a:cubicBezTo>
                  <a:pt x="457200" y="54203"/>
                  <a:pt x="427911" y="28575"/>
                  <a:pt x="391886" y="28575"/>
                </a:cubicBezTo>
                <a:lnTo>
                  <a:pt x="65314" y="28575"/>
                </a:lnTo>
                <a:close/>
                <a:moveTo>
                  <a:pt x="130629" y="100013"/>
                </a:moveTo>
                <a:cubicBezTo>
                  <a:pt x="157665" y="100013"/>
                  <a:pt x="179614" y="119219"/>
                  <a:pt x="179614" y="142875"/>
                </a:cubicBezTo>
                <a:cubicBezTo>
                  <a:pt x="179614" y="166531"/>
                  <a:pt x="157665" y="185738"/>
                  <a:pt x="130629" y="185738"/>
                </a:cubicBezTo>
                <a:cubicBezTo>
                  <a:pt x="103593" y="185738"/>
                  <a:pt x="81643" y="166531"/>
                  <a:pt x="81643" y="142875"/>
                </a:cubicBezTo>
                <a:cubicBezTo>
                  <a:pt x="81643" y="119219"/>
                  <a:pt x="103593" y="100013"/>
                  <a:pt x="130629" y="100013"/>
                </a:cubicBezTo>
                <a:close/>
                <a:moveTo>
                  <a:pt x="277586" y="200025"/>
                </a:moveTo>
                <a:cubicBezTo>
                  <a:pt x="286158" y="200025"/>
                  <a:pt x="294016" y="203954"/>
                  <a:pt x="298507" y="210294"/>
                </a:cubicBezTo>
                <a:lnTo>
                  <a:pt x="388314" y="338882"/>
                </a:lnTo>
                <a:cubicBezTo>
                  <a:pt x="392906" y="345490"/>
                  <a:pt x="393110" y="353794"/>
                  <a:pt x="388824" y="360581"/>
                </a:cubicBezTo>
                <a:cubicBezTo>
                  <a:pt x="384538" y="367367"/>
                  <a:pt x="376272" y="371475"/>
                  <a:pt x="367393" y="371475"/>
                </a:cubicBezTo>
                <a:lnTo>
                  <a:pt x="89807" y="371475"/>
                </a:lnTo>
                <a:cubicBezTo>
                  <a:pt x="80724" y="371475"/>
                  <a:pt x="72254" y="367010"/>
                  <a:pt x="68070" y="359956"/>
                </a:cubicBezTo>
                <a:cubicBezTo>
                  <a:pt x="63886" y="352901"/>
                  <a:pt x="64498" y="344329"/>
                  <a:pt x="69703" y="337810"/>
                </a:cubicBezTo>
                <a:lnTo>
                  <a:pt x="126853" y="266373"/>
                </a:lnTo>
                <a:cubicBezTo>
                  <a:pt x="131445" y="260658"/>
                  <a:pt x="138895" y="257264"/>
                  <a:pt x="146957" y="257264"/>
                </a:cubicBezTo>
                <a:cubicBezTo>
                  <a:pt x="155019" y="257264"/>
                  <a:pt x="162469" y="260658"/>
                  <a:pt x="167062" y="266373"/>
                </a:cubicBezTo>
                <a:lnTo>
                  <a:pt x="194004" y="300127"/>
                </a:lnTo>
                <a:lnTo>
                  <a:pt x="256665" y="210383"/>
                </a:lnTo>
                <a:cubicBezTo>
                  <a:pt x="261155" y="204043"/>
                  <a:pt x="269013" y="200114"/>
                  <a:pt x="277586" y="200114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3" name="Text 11"/>
          <p:cNvSpPr/>
          <p:nvPr/>
        </p:nvSpPr>
        <p:spPr>
          <a:xfrm>
            <a:off x="2159000" y="6350000"/>
            <a:ext cx="317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Portfolio Websites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Showcase your work beautifully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69000" y="3175000"/>
            <a:ext cx="4318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23000" y="349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13152" y="4554"/>
                </a:moveTo>
                <a:cubicBezTo>
                  <a:pt x="222528" y="-1518"/>
                  <a:pt x="234672" y="-1518"/>
                  <a:pt x="244048" y="4554"/>
                </a:cubicBezTo>
                <a:lnTo>
                  <a:pt x="444073" y="133142"/>
                </a:lnTo>
                <a:cubicBezTo>
                  <a:pt x="454700" y="140017"/>
                  <a:pt x="459611" y="153055"/>
                  <a:pt x="456039" y="165199"/>
                </a:cubicBezTo>
                <a:cubicBezTo>
                  <a:pt x="452467" y="177344"/>
                  <a:pt x="441305" y="185738"/>
                  <a:pt x="428625" y="185738"/>
                </a:cubicBezTo>
                <a:lnTo>
                  <a:pt x="400050" y="185738"/>
                </a:lnTo>
                <a:lnTo>
                  <a:pt x="400050" y="371475"/>
                </a:lnTo>
                <a:lnTo>
                  <a:pt x="445770" y="405765"/>
                </a:lnTo>
                <a:cubicBezTo>
                  <a:pt x="453003" y="411123"/>
                  <a:pt x="457200" y="419606"/>
                  <a:pt x="457200" y="428625"/>
                </a:cubicBezTo>
                <a:cubicBezTo>
                  <a:pt x="457200" y="444431"/>
                  <a:pt x="444431" y="457200"/>
                  <a:pt x="428625" y="457200"/>
                </a:cubicBezTo>
                <a:lnTo>
                  <a:pt x="28575" y="457200"/>
                </a:lnTo>
                <a:cubicBezTo>
                  <a:pt x="12769" y="457200"/>
                  <a:pt x="0" y="444431"/>
                  <a:pt x="0" y="428625"/>
                </a:cubicBezTo>
                <a:cubicBezTo>
                  <a:pt x="0" y="419606"/>
                  <a:pt x="4197" y="411123"/>
                  <a:pt x="11430" y="405765"/>
                </a:cubicBezTo>
                <a:lnTo>
                  <a:pt x="57150" y="371475"/>
                </a:lnTo>
                <a:lnTo>
                  <a:pt x="57150" y="371475"/>
                </a:lnTo>
                <a:lnTo>
                  <a:pt x="57150" y="185738"/>
                </a:lnTo>
                <a:lnTo>
                  <a:pt x="28575" y="185738"/>
                </a:lnTo>
                <a:cubicBezTo>
                  <a:pt x="15895" y="185738"/>
                  <a:pt x="4733" y="177344"/>
                  <a:pt x="1161" y="165199"/>
                </a:cubicBezTo>
                <a:cubicBezTo>
                  <a:pt x="-2411" y="153055"/>
                  <a:pt x="2500" y="139928"/>
                  <a:pt x="13127" y="133142"/>
                </a:cubicBezTo>
                <a:lnTo>
                  <a:pt x="213152" y="4554"/>
                </a:lnTo>
                <a:close/>
                <a:moveTo>
                  <a:pt x="300038" y="185738"/>
                </a:moveTo>
                <a:lnTo>
                  <a:pt x="300038" y="371475"/>
                </a:lnTo>
                <a:lnTo>
                  <a:pt x="357188" y="371475"/>
                </a:lnTo>
                <a:lnTo>
                  <a:pt x="357188" y="185738"/>
                </a:lnTo>
                <a:lnTo>
                  <a:pt x="300038" y="185738"/>
                </a:lnTo>
                <a:close/>
                <a:moveTo>
                  <a:pt x="200025" y="371475"/>
                </a:moveTo>
                <a:lnTo>
                  <a:pt x="257175" y="371475"/>
                </a:lnTo>
                <a:lnTo>
                  <a:pt x="257175" y="185738"/>
                </a:lnTo>
                <a:lnTo>
                  <a:pt x="200025" y="185738"/>
                </a:lnTo>
                <a:lnTo>
                  <a:pt x="200025" y="371475"/>
                </a:lnTo>
                <a:close/>
                <a:moveTo>
                  <a:pt x="100013" y="185738"/>
                </a:moveTo>
                <a:lnTo>
                  <a:pt x="100013" y="371475"/>
                </a:lnTo>
                <a:lnTo>
                  <a:pt x="157163" y="371475"/>
                </a:lnTo>
                <a:lnTo>
                  <a:pt x="157163" y="185738"/>
                </a:lnTo>
                <a:lnTo>
                  <a:pt x="100013" y="185738"/>
                </a:ln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3302000"/>
            <a:ext cx="317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Company Websites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Communicate your brand story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69000" y="4699000"/>
            <a:ext cx="4318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23000" y="501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264" y="211812"/>
                </a:moveTo>
                <a:cubicBezTo>
                  <a:pt x="407694" y="222349"/>
                  <a:pt x="420481" y="224671"/>
                  <a:pt x="430125" y="216724"/>
                </a:cubicBezTo>
                <a:cubicBezTo>
                  <a:pt x="440627" y="207972"/>
                  <a:pt x="443484" y="190202"/>
                  <a:pt x="436483" y="177076"/>
                </a:cubicBezTo>
                <a:lnTo>
                  <a:pt x="402193" y="112782"/>
                </a:lnTo>
                <a:cubicBezTo>
                  <a:pt x="400193" y="109031"/>
                  <a:pt x="397478" y="105906"/>
                  <a:pt x="394264" y="103674"/>
                </a:cubicBezTo>
                <a:lnTo>
                  <a:pt x="251031" y="4197"/>
                </a:lnTo>
                <a:cubicBezTo>
                  <a:pt x="237244" y="-5358"/>
                  <a:pt x="220456" y="-5358"/>
                  <a:pt x="206597" y="4197"/>
                </a:cubicBezTo>
                <a:lnTo>
                  <a:pt x="63437" y="103584"/>
                </a:lnTo>
                <a:cubicBezTo>
                  <a:pt x="59579" y="106263"/>
                  <a:pt x="56507" y="110192"/>
                  <a:pt x="54435" y="115014"/>
                </a:cubicBezTo>
                <a:lnTo>
                  <a:pt x="19788" y="195292"/>
                </a:lnTo>
                <a:cubicBezTo>
                  <a:pt x="10787" y="216188"/>
                  <a:pt x="17074" y="242173"/>
                  <a:pt x="33790" y="253425"/>
                </a:cubicBezTo>
                <a:lnTo>
                  <a:pt x="57364" y="269230"/>
                </a:lnTo>
                <a:lnTo>
                  <a:pt x="57364" y="316825"/>
                </a:lnTo>
                <a:cubicBezTo>
                  <a:pt x="57364" y="337364"/>
                  <a:pt x="66223" y="356384"/>
                  <a:pt x="80510" y="366564"/>
                </a:cubicBezTo>
                <a:lnTo>
                  <a:pt x="206240" y="455593"/>
                </a:lnTo>
                <a:cubicBezTo>
                  <a:pt x="220242" y="465505"/>
                  <a:pt x="237315" y="465505"/>
                  <a:pt x="251317" y="455593"/>
                </a:cubicBezTo>
                <a:lnTo>
                  <a:pt x="377047" y="366564"/>
                </a:lnTo>
                <a:cubicBezTo>
                  <a:pt x="391406" y="356384"/>
                  <a:pt x="400193" y="337453"/>
                  <a:pt x="400193" y="316825"/>
                </a:cubicBezTo>
                <a:lnTo>
                  <a:pt x="400193" y="211901"/>
                </a:lnTo>
                <a:close/>
                <a:moveTo>
                  <a:pt x="228814" y="203061"/>
                </a:moveTo>
                <a:lnTo>
                  <a:pt x="121587" y="128588"/>
                </a:lnTo>
                <a:lnTo>
                  <a:pt x="228814" y="54114"/>
                </a:lnTo>
                <a:lnTo>
                  <a:pt x="336042" y="128588"/>
                </a:lnTo>
                <a:lnTo>
                  <a:pt x="228814" y="203061"/>
                </a:lnTo>
                <a:close/>
                <a:moveTo>
                  <a:pt x="199168" y="247888"/>
                </a:moveTo>
                <a:lnTo>
                  <a:pt x="183952" y="289143"/>
                </a:lnTo>
                <a:lnTo>
                  <a:pt x="65508" y="209848"/>
                </a:lnTo>
                <a:lnTo>
                  <a:pt x="83653" y="167700"/>
                </a:lnTo>
                <a:lnTo>
                  <a:pt x="199168" y="247888"/>
                </a:ln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4826000"/>
            <a:ext cx="317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 Showcase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Highlight your offerings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69000" y="6223000"/>
            <a:ext cx="4318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23000" y="654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57150"/>
                </a:moveTo>
                <a:cubicBezTo>
                  <a:pt x="147978" y="57150"/>
                  <a:pt x="80928" y="108317"/>
                  <a:pt x="67662" y="175647"/>
                </a:cubicBezTo>
                <a:cubicBezTo>
                  <a:pt x="77153" y="172968"/>
                  <a:pt x="87358" y="171450"/>
                  <a:pt x="97971" y="171450"/>
                </a:cubicBezTo>
                <a:lnTo>
                  <a:pt x="114300" y="171450"/>
                </a:lnTo>
                <a:cubicBezTo>
                  <a:pt x="141344" y="171450"/>
                  <a:pt x="163286" y="190649"/>
                  <a:pt x="163286" y="214313"/>
                </a:cubicBezTo>
                <a:lnTo>
                  <a:pt x="163286" y="300038"/>
                </a:lnTo>
                <a:cubicBezTo>
                  <a:pt x="163286" y="323701"/>
                  <a:pt x="141344" y="342900"/>
                  <a:pt x="114300" y="342900"/>
                </a:cubicBezTo>
                <a:lnTo>
                  <a:pt x="97971" y="342900"/>
                </a:lnTo>
                <a:cubicBezTo>
                  <a:pt x="43883" y="342900"/>
                  <a:pt x="0" y="304502"/>
                  <a:pt x="0" y="257175"/>
                </a:cubicBezTo>
                <a:lnTo>
                  <a:pt x="0" y="200025"/>
                </a:lnTo>
                <a:cubicBezTo>
                  <a:pt x="0" y="89565"/>
                  <a:pt x="102360" y="0"/>
                  <a:pt x="228600" y="0"/>
                </a:cubicBezTo>
                <a:cubicBezTo>
                  <a:pt x="354840" y="0"/>
                  <a:pt x="457200" y="89565"/>
                  <a:pt x="457200" y="200025"/>
                </a:cubicBezTo>
                <a:lnTo>
                  <a:pt x="457200" y="350133"/>
                </a:lnTo>
                <a:cubicBezTo>
                  <a:pt x="457200" y="409337"/>
                  <a:pt x="402295" y="457289"/>
                  <a:pt x="334634" y="457289"/>
                </a:cubicBezTo>
                <a:lnTo>
                  <a:pt x="244929" y="457200"/>
                </a:lnTo>
                <a:lnTo>
                  <a:pt x="212271" y="457200"/>
                </a:lnTo>
                <a:cubicBezTo>
                  <a:pt x="185227" y="457200"/>
                  <a:pt x="163286" y="438001"/>
                  <a:pt x="163286" y="414338"/>
                </a:cubicBezTo>
                <a:cubicBezTo>
                  <a:pt x="163286" y="390674"/>
                  <a:pt x="185227" y="371475"/>
                  <a:pt x="212271" y="371475"/>
                </a:cubicBezTo>
                <a:lnTo>
                  <a:pt x="244929" y="371475"/>
                </a:lnTo>
                <a:cubicBezTo>
                  <a:pt x="271973" y="371475"/>
                  <a:pt x="293914" y="390674"/>
                  <a:pt x="293914" y="414338"/>
                </a:cubicBezTo>
                <a:lnTo>
                  <a:pt x="293914" y="414338"/>
                </a:lnTo>
                <a:lnTo>
                  <a:pt x="334736" y="414338"/>
                </a:lnTo>
                <a:cubicBezTo>
                  <a:pt x="375353" y="414338"/>
                  <a:pt x="408214" y="385584"/>
                  <a:pt x="408214" y="350044"/>
                </a:cubicBezTo>
                <a:lnTo>
                  <a:pt x="408214" y="331381"/>
                </a:lnTo>
                <a:cubicBezTo>
                  <a:pt x="393825" y="338703"/>
                  <a:pt x="377088" y="342811"/>
                  <a:pt x="359229" y="342811"/>
                </a:cubicBezTo>
                <a:lnTo>
                  <a:pt x="342900" y="342811"/>
                </a:lnTo>
                <a:cubicBezTo>
                  <a:pt x="315856" y="342811"/>
                  <a:pt x="293914" y="323612"/>
                  <a:pt x="293914" y="299948"/>
                </a:cubicBezTo>
                <a:lnTo>
                  <a:pt x="293914" y="214223"/>
                </a:lnTo>
                <a:cubicBezTo>
                  <a:pt x="293914" y="190560"/>
                  <a:pt x="315856" y="171361"/>
                  <a:pt x="342900" y="171361"/>
                </a:cubicBezTo>
                <a:lnTo>
                  <a:pt x="359229" y="171361"/>
                </a:lnTo>
                <a:cubicBezTo>
                  <a:pt x="369842" y="171361"/>
                  <a:pt x="379945" y="172789"/>
                  <a:pt x="389538" y="175558"/>
                </a:cubicBezTo>
                <a:cubicBezTo>
                  <a:pt x="376272" y="108317"/>
                  <a:pt x="309324" y="57061"/>
                  <a:pt x="228600" y="57061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6350000"/>
            <a:ext cx="317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Service Websites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Generate qualified leads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668000" y="3175000"/>
            <a:ext cx="4318000" cy="4318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0F1B31"/>
              </a:gs>
              <a:gs pos="100000">
                <a:srgbClr val="0F1B31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12319000" y="3683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25226" y="-37505"/>
                </a:moveTo>
                <a:lnTo>
                  <a:pt x="343500" y="13613"/>
                </a:lnTo>
                <a:lnTo>
                  <a:pt x="388938" y="34171"/>
                </a:lnTo>
                <a:cubicBezTo>
                  <a:pt x="392642" y="35838"/>
                  <a:pt x="395111" y="40005"/>
                  <a:pt x="395111" y="44450"/>
                </a:cubicBezTo>
                <a:cubicBezTo>
                  <a:pt x="395111" y="48895"/>
                  <a:pt x="392642" y="53062"/>
                  <a:pt x="388938" y="54729"/>
                </a:cubicBezTo>
                <a:lnTo>
                  <a:pt x="343500" y="75287"/>
                </a:lnTo>
                <a:lnTo>
                  <a:pt x="325226" y="126405"/>
                </a:lnTo>
                <a:cubicBezTo>
                  <a:pt x="323744" y="130572"/>
                  <a:pt x="320040" y="133350"/>
                  <a:pt x="316089" y="133350"/>
                </a:cubicBezTo>
                <a:cubicBezTo>
                  <a:pt x="312138" y="133350"/>
                  <a:pt x="308434" y="130572"/>
                  <a:pt x="306952" y="126405"/>
                </a:cubicBezTo>
                <a:lnTo>
                  <a:pt x="288678" y="75287"/>
                </a:lnTo>
                <a:lnTo>
                  <a:pt x="243240" y="54729"/>
                </a:lnTo>
                <a:cubicBezTo>
                  <a:pt x="239536" y="53062"/>
                  <a:pt x="237067" y="48895"/>
                  <a:pt x="237067" y="44450"/>
                </a:cubicBezTo>
                <a:cubicBezTo>
                  <a:pt x="237067" y="40005"/>
                  <a:pt x="239536" y="35838"/>
                  <a:pt x="243240" y="34171"/>
                </a:cubicBezTo>
                <a:lnTo>
                  <a:pt x="288678" y="13613"/>
                </a:lnTo>
                <a:lnTo>
                  <a:pt x="306952" y="-37505"/>
                </a:lnTo>
                <a:cubicBezTo>
                  <a:pt x="308434" y="-41672"/>
                  <a:pt x="312138" y="-44450"/>
                  <a:pt x="316089" y="-44450"/>
                </a:cubicBezTo>
                <a:cubicBezTo>
                  <a:pt x="320040" y="-44450"/>
                  <a:pt x="323744" y="-41672"/>
                  <a:pt x="325226" y="-37505"/>
                </a:cubicBezTo>
                <a:close/>
                <a:moveTo>
                  <a:pt x="136684" y="57924"/>
                </a:moveTo>
                <a:lnTo>
                  <a:pt x="163230" y="127516"/>
                </a:lnTo>
                <a:lnTo>
                  <a:pt x="225090" y="157381"/>
                </a:lnTo>
                <a:cubicBezTo>
                  <a:pt x="232375" y="160853"/>
                  <a:pt x="237067" y="168910"/>
                  <a:pt x="237067" y="177800"/>
                </a:cubicBezTo>
                <a:cubicBezTo>
                  <a:pt x="237067" y="186690"/>
                  <a:pt x="232375" y="194747"/>
                  <a:pt x="225090" y="198219"/>
                </a:cubicBezTo>
                <a:lnTo>
                  <a:pt x="163230" y="228084"/>
                </a:lnTo>
                <a:lnTo>
                  <a:pt x="136684" y="297676"/>
                </a:lnTo>
                <a:cubicBezTo>
                  <a:pt x="133597" y="305872"/>
                  <a:pt x="126436" y="311150"/>
                  <a:pt x="118533" y="311150"/>
                </a:cubicBezTo>
                <a:cubicBezTo>
                  <a:pt x="110631" y="311150"/>
                  <a:pt x="103470" y="305872"/>
                  <a:pt x="100383" y="297676"/>
                </a:cubicBezTo>
                <a:lnTo>
                  <a:pt x="73836" y="228084"/>
                </a:lnTo>
                <a:lnTo>
                  <a:pt x="11977" y="198219"/>
                </a:lnTo>
                <a:cubicBezTo>
                  <a:pt x="4692" y="194747"/>
                  <a:pt x="0" y="186690"/>
                  <a:pt x="0" y="177800"/>
                </a:cubicBezTo>
                <a:cubicBezTo>
                  <a:pt x="0" y="168910"/>
                  <a:pt x="4692" y="160853"/>
                  <a:pt x="11977" y="157381"/>
                </a:cubicBezTo>
                <a:lnTo>
                  <a:pt x="73836" y="127516"/>
                </a:lnTo>
                <a:lnTo>
                  <a:pt x="100383" y="57924"/>
                </a:lnTo>
                <a:cubicBezTo>
                  <a:pt x="103470" y="49728"/>
                  <a:pt x="110631" y="44450"/>
                  <a:pt x="118533" y="44450"/>
                </a:cubicBezTo>
                <a:cubicBezTo>
                  <a:pt x="126436" y="44450"/>
                  <a:pt x="133597" y="49728"/>
                  <a:pt x="136684" y="57924"/>
                </a:cubicBezTo>
                <a:close/>
                <a:moveTo>
                  <a:pt x="572911" y="422275"/>
                </a:moveTo>
                <a:cubicBezTo>
                  <a:pt x="580813" y="422275"/>
                  <a:pt x="587975" y="427553"/>
                  <a:pt x="591062" y="435749"/>
                </a:cubicBezTo>
                <a:lnTo>
                  <a:pt x="617608" y="505341"/>
                </a:lnTo>
                <a:lnTo>
                  <a:pt x="679468" y="535206"/>
                </a:lnTo>
                <a:cubicBezTo>
                  <a:pt x="686753" y="538678"/>
                  <a:pt x="691444" y="546735"/>
                  <a:pt x="691444" y="555625"/>
                </a:cubicBezTo>
                <a:cubicBezTo>
                  <a:pt x="691444" y="564515"/>
                  <a:pt x="686753" y="572572"/>
                  <a:pt x="679468" y="576044"/>
                </a:cubicBezTo>
                <a:lnTo>
                  <a:pt x="617608" y="605909"/>
                </a:lnTo>
                <a:lnTo>
                  <a:pt x="591062" y="675501"/>
                </a:lnTo>
                <a:cubicBezTo>
                  <a:pt x="587975" y="683697"/>
                  <a:pt x="580813" y="688975"/>
                  <a:pt x="572911" y="688975"/>
                </a:cubicBezTo>
                <a:cubicBezTo>
                  <a:pt x="565009" y="688975"/>
                  <a:pt x="557848" y="683697"/>
                  <a:pt x="554761" y="675501"/>
                </a:cubicBezTo>
                <a:lnTo>
                  <a:pt x="528214" y="605909"/>
                </a:lnTo>
                <a:lnTo>
                  <a:pt x="466355" y="576044"/>
                </a:lnTo>
                <a:cubicBezTo>
                  <a:pt x="459070" y="572572"/>
                  <a:pt x="454378" y="564515"/>
                  <a:pt x="454378" y="555625"/>
                </a:cubicBezTo>
                <a:cubicBezTo>
                  <a:pt x="454378" y="546735"/>
                  <a:pt x="459070" y="538678"/>
                  <a:pt x="466355" y="535206"/>
                </a:cubicBezTo>
                <a:lnTo>
                  <a:pt x="528214" y="505341"/>
                </a:lnTo>
                <a:lnTo>
                  <a:pt x="554761" y="435749"/>
                </a:lnTo>
                <a:cubicBezTo>
                  <a:pt x="557848" y="427553"/>
                  <a:pt x="565009" y="422275"/>
                  <a:pt x="572911" y="422275"/>
                </a:cubicBezTo>
                <a:close/>
                <a:moveTo>
                  <a:pt x="567972" y="0"/>
                </a:moveTo>
                <a:cubicBezTo>
                  <a:pt x="581554" y="0"/>
                  <a:pt x="594642" y="6112"/>
                  <a:pt x="604397" y="16947"/>
                </a:cubicBezTo>
                <a:lnTo>
                  <a:pt x="656625" y="75704"/>
                </a:lnTo>
                <a:cubicBezTo>
                  <a:pt x="666256" y="86678"/>
                  <a:pt x="671689" y="101402"/>
                  <a:pt x="671689" y="116681"/>
                </a:cubicBezTo>
                <a:cubicBezTo>
                  <a:pt x="671689" y="131961"/>
                  <a:pt x="666256" y="146685"/>
                  <a:pt x="656625" y="157659"/>
                </a:cubicBezTo>
                <a:lnTo>
                  <a:pt x="547723" y="280174"/>
                </a:lnTo>
                <a:lnTo>
                  <a:pt x="422645" y="139462"/>
                </a:lnTo>
                <a:lnTo>
                  <a:pt x="531548" y="16947"/>
                </a:lnTo>
                <a:cubicBezTo>
                  <a:pt x="541302" y="6112"/>
                  <a:pt x="554390" y="0"/>
                  <a:pt x="567972" y="0"/>
                </a:cubicBezTo>
                <a:close/>
                <a:moveTo>
                  <a:pt x="54575" y="553541"/>
                </a:moveTo>
                <a:lnTo>
                  <a:pt x="380788" y="186551"/>
                </a:lnTo>
                <a:lnTo>
                  <a:pt x="505866" y="327263"/>
                </a:lnTo>
                <a:lnTo>
                  <a:pt x="179652" y="694253"/>
                </a:lnTo>
                <a:cubicBezTo>
                  <a:pt x="169898" y="705088"/>
                  <a:pt x="156810" y="711200"/>
                  <a:pt x="143228" y="711200"/>
                </a:cubicBezTo>
                <a:cubicBezTo>
                  <a:pt x="129646" y="711200"/>
                  <a:pt x="116558" y="705088"/>
                  <a:pt x="106803" y="694253"/>
                </a:cubicBezTo>
                <a:lnTo>
                  <a:pt x="54575" y="635496"/>
                </a:lnTo>
                <a:cubicBezTo>
                  <a:pt x="44944" y="624523"/>
                  <a:pt x="39511" y="609798"/>
                  <a:pt x="39511" y="594519"/>
                </a:cubicBezTo>
                <a:cubicBezTo>
                  <a:pt x="39511" y="579239"/>
                  <a:pt x="44944" y="564515"/>
                  <a:pt x="54575" y="553541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25" name="Text 23"/>
          <p:cNvSpPr/>
          <p:nvPr/>
        </p:nvSpPr>
        <p:spPr>
          <a:xfrm>
            <a:off x="11049000" y="4572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Custom Websites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1049000" y="520700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Built for unique business requirements with tailored functionality and design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70000" y="7874000"/>
            <a:ext cx="13716000" cy="635000"/>
          </a:xfrm>
          <a:prstGeom prst="roundRect">
            <a:avLst>
              <a:gd name="adj" fmla="val 8000"/>
            </a:avLst>
          </a:prstGeom>
          <a:solidFill>
            <a:srgbClr val="0F1B31">
              <a:alpha val="5098"/>
            </a:srgbClr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78000" y="79375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Every website crafted with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design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clean architecture, and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at its core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Responsive &amp; Mobile-Optimized Design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8DDE4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78000"/>
            <a:ext cx="889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website must perform flawlessly on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device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3175000" cy="381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76500" y="292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1750" y="95250"/>
                </a:moveTo>
                <a:cubicBezTo>
                  <a:pt x="31750" y="42714"/>
                  <a:pt x="88702" y="0"/>
                  <a:pt x="158750" y="0"/>
                </a:cubicBezTo>
                <a:lnTo>
                  <a:pt x="603250" y="0"/>
                </a:lnTo>
                <a:cubicBezTo>
                  <a:pt x="673298" y="0"/>
                  <a:pt x="730250" y="42714"/>
                  <a:pt x="730250" y="95250"/>
                </a:cubicBezTo>
                <a:lnTo>
                  <a:pt x="730250" y="666750"/>
                </a:lnTo>
                <a:cubicBezTo>
                  <a:pt x="730250" y="719286"/>
                  <a:pt x="673298" y="762000"/>
                  <a:pt x="603250" y="762000"/>
                </a:cubicBezTo>
                <a:lnTo>
                  <a:pt x="158750" y="762000"/>
                </a:lnTo>
                <a:cubicBezTo>
                  <a:pt x="88702" y="762000"/>
                  <a:pt x="31750" y="719286"/>
                  <a:pt x="31750" y="666750"/>
                </a:cubicBezTo>
                <a:lnTo>
                  <a:pt x="31750" y="95250"/>
                </a:lnTo>
                <a:close/>
                <a:moveTo>
                  <a:pt x="254000" y="654844"/>
                </a:moveTo>
                <a:cubicBezTo>
                  <a:pt x="254000" y="674638"/>
                  <a:pt x="275233" y="690563"/>
                  <a:pt x="301625" y="690563"/>
                </a:cubicBezTo>
                <a:lnTo>
                  <a:pt x="460375" y="690563"/>
                </a:lnTo>
                <a:cubicBezTo>
                  <a:pt x="486767" y="690563"/>
                  <a:pt x="508000" y="674638"/>
                  <a:pt x="508000" y="654844"/>
                </a:cubicBezTo>
                <a:cubicBezTo>
                  <a:pt x="508000" y="635050"/>
                  <a:pt x="486767" y="619125"/>
                  <a:pt x="460375" y="619125"/>
                </a:cubicBezTo>
                <a:lnTo>
                  <a:pt x="301625" y="619125"/>
                </a:lnTo>
                <a:cubicBezTo>
                  <a:pt x="275233" y="619125"/>
                  <a:pt x="254000" y="635050"/>
                  <a:pt x="254000" y="654844"/>
                </a:cubicBezTo>
                <a:close/>
                <a:moveTo>
                  <a:pt x="603250" y="95250"/>
                </a:moveTo>
                <a:lnTo>
                  <a:pt x="158750" y="95250"/>
                </a:lnTo>
                <a:lnTo>
                  <a:pt x="158750" y="547687"/>
                </a:lnTo>
                <a:lnTo>
                  <a:pt x="603250" y="547687"/>
                </a:lnTo>
                <a:lnTo>
                  <a:pt x="603250" y="95250"/>
                </a:ln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3937000"/>
            <a:ext cx="266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Mobile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24000" y="4445000"/>
            <a:ext cx="266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Responsive design that adapts perfectly to smartphones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26000" y="2540000"/>
            <a:ext cx="3175000" cy="381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2500" y="292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95250"/>
                </a:moveTo>
                <a:cubicBezTo>
                  <a:pt x="0" y="42714"/>
                  <a:pt x="48816" y="0"/>
                  <a:pt x="108857" y="0"/>
                </a:cubicBezTo>
                <a:lnTo>
                  <a:pt x="653143" y="0"/>
                </a:lnTo>
                <a:cubicBezTo>
                  <a:pt x="713184" y="0"/>
                  <a:pt x="762000" y="42714"/>
                  <a:pt x="762000" y="95250"/>
                </a:cubicBezTo>
                <a:lnTo>
                  <a:pt x="762000" y="666750"/>
                </a:lnTo>
                <a:cubicBezTo>
                  <a:pt x="762000" y="719286"/>
                  <a:pt x="713184" y="762000"/>
                  <a:pt x="653143" y="762000"/>
                </a:cubicBezTo>
                <a:lnTo>
                  <a:pt x="108857" y="762000"/>
                </a:lnTo>
                <a:cubicBezTo>
                  <a:pt x="48816" y="762000"/>
                  <a:pt x="0" y="719286"/>
                  <a:pt x="0" y="666750"/>
                </a:cubicBezTo>
                <a:lnTo>
                  <a:pt x="0" y="95250"/>
                </a:lnTo>
                <a:close/>
                <a:moveTo>
                  <a:pt x="435429" y="642938"/>
                </a:moveTo>
                <a:cubicBezTo>
                  <a:pt x="435429" y="616653"/>
                  <a:pt x="411040" y="595313"/>
                  <a:pt x="381000" y="595313"/>
                </a:cubicBezTo>
                <a:cubicBezTo>
                  <a:pt x="350960" y="595313"/>
                  <a:pt x="326571" y="616653"/>
                  <a:pt x="326571" y="642938"/>
                </a:cubicBezTo>
                <a:cubicBezTo>
                  <a:pt x="326571" y="669222"/>
                  <a:pt x="350960" y="690563"/>
                  <a:pt x="381000" y="690563"/>
                </a:cubicBezTo>
                <a:cubicBezTo>
                  <a:pt x="411040" y="690563"/>
                  <a:pt x="435429" y="669222"/>
                  <a:pt x="435429" y="642938"/>
                </a:cubicBezTo>
                <a:close/>
                <a:moveTo>
                  <a:pt x="653143" y="95250"/>
                </a:moveTo>
                <a:lnTo>
                  <a:pt x="108857" y="95250"/>
                </a:lnTo>
                <a:lnTo>
                  <a:pt x="108857" y="523875"/>
                </a:lnTo>
                <a:lnTo>
                  <a:pt x="653143" y="523875"/>
                </a:lnTo>
                <a:lnTo>
                  <a:pt x="653143" y="95250"/>
                </a:ln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1" name="Text 9"/>
          <p:cNvSpPr/>
          <p:nvPr/>
        </p:nvSpPr>
        <p:spPr>
          <a:xfrm>
            <a:off x="5080000" y="3937000"/>
            <a:ext cx="266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80000" y="4445000"/>
            <a:ext cx="266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Seamless mid-screen experiences with optimized layouts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2000" y="2540000"/>
            <a:ext cx="3175000" cy="381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588500" y="292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95250" y="47625"/>
                </a:moveTo>
                <a:cubicBezTo>
                  <a:pt x="42714" y="47625"/>
                  <a:pt x="0" y="90339"/>
                  <a:pt x="0" y="142875"/>
                </a:cubicBezTo>
                <a:lnTo>
                  <a:pt x="0" y="523875"/>
                </a:lnTo>
                <a:cubicBezTo>
                  <a:pt x="0" y="576411"/>
                  <a:pt x="42714" y="619125"/>
                  <a:pt x="95250" y="619125"/>
                </a:cubicBezTo>
                <a:lnTo>
                  <a:pt x="309563" y="619125"/>
                </a:lnTo>
                <a:lnTo>
                  <a:pt x="285750" y="690563"/>
                </a:lnTo>
                <a:lnTo>
                  <a:pt x="178594" y="690563"/>
                </a:lnTo>
                <a:cubicBezTo>
                  <a:pt x="158800" y="690563"/>
                  <a:pt x="142875" y="706487"/>
                  <a:pt x="142875" y="726281"/>
                </a:cubicBezTo>
                <a:cubicBezTo>
                  <a:pt x="142875" y="746075"/>
                  <a:pt x="158800" y="762000"/>
                  <a:pt x="178594" y="762000"/>
                </a:cubicBezTo>
                <a:lnTo>
                  <a:pt x="583406" y="762000"/>
                </a:lnTo>
                <a:cubicBezTo>
                  <a:pt x="603200" y="762000"/>
                  <a:pt x="619125" y="746075"/>
                  <a:pt x="619125" y="726281"/>
                </a:cubicBezTo>
                <a:cubicBezTo>
                  <a:pt x="619125" y="706487"/>
                  <a:pt x="603200" y="690563"/>
                  <a:pt x="583406" y="690563"/>
                </a:cubicBezTo>
                <a:lnTo>
                  <a:pt x="476250" y="690563"/>
                </a:lnTo>
                <a:lnTo>
                  <a:pt x="452438" y="619125"/>
                </a:lnTo>
                <a:lnTo>
                  <a:pt x="666750" y="619125"/>
                </a:lnTo>
                <a:cubicBezTo>
                  <a:pt x="719286" y="619125"/>
                  <a:pt x="762000" y="576411"/>
                  <a:pt x="762000" y="523875"/>
                </a:cubicBezTo>
                <a:lnTo>
                  <a:pt x="762000" y="142875"/>
                </a:lnTo>
                <a:cubicBezTo>
                  <a:pt x="762000" y="90339"/>
                  <a:pt x="719286" y="47625"/>
                  <a:pt x="666750" y="47625"/>
                </a:cubicBezTo>
                <a:lnTo>
                  <a:pt x="95250" y="47625"/>
                </a:lnTo>
                <a:close/>
                <a:moveTo>
                  <a:pt x="142875" y="142875"/>
                </a:moveTo>
                <a:lnTo>
                  <a:pt x="619125" y="142875"/>
                </a:lnTo>
                <a:cubicBezTo>
                  <a:pt x="645468" y="142875"/>
                  <a:pt x="666750" y="164157"/>
                  <a:pt x="666750" y="190500"/>
                </a:cubicBezTo>
                <a:lnTo>
                  <a:pt x="666750" y="428625"/>
                </a:lnTo>
                <a:cubicBezTo>
                  <a:pt x="666750" y="454968"/>
                  <a:pt x="645468" y="476250"/>
                  <a:pt x="619125" y="476250"/>
                </a:cubicBezTo>
                <a:lnTo>
                  <a:pt x="142875" y="476250"/>
                </a:lnTo>
                <a:cubicBezTo>
                  <a:pt x="116532" y="476250"/>
                  <a:pt x="95250" y="454968"/>
                  <a:pt x="95250" y="428625"/>
                </a:cubicBezTo>
                <a:lnTo>
                  <a:pt x="95250" y="190500"/>
                </a:lnTo>
                <a:cubicBezTo>
                  <a:pt x="95250" y="164157"/>
                  <a:pt x="116532" y="142875"/>
                  <a:pt x="142875" y="142875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3937000"/>
            <a:ext cx="266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Desktop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36000" y="4445000"/>
            <a:ext cx="266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Full-featured browsing with rich visual experiences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938000" y="2540000"/>
            <a:ext cx="3048000" cy="3810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0F1B31"/>
              </a:gs>
              <a:gs pos="100000">
                <a:srgbClr val="0F1B31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13081000" y="292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523726" y="416719"/>
                </a:moveTo>
                <a:lnTo>
                  <a:pt x="239613" y="416719"/>
                </a:lnTo>
                <a:cubicBezTo>
                  <a:pt x="243929" y="512713"/>
                  <a:pt x="265212" y="601117"/>
                  <a:pt x="295424" y="665857"/>
                </a:cubicBezTo>
                <a:cubicBezTo>
                  <a:pt x="312390" y="702320"/>
                  <a:pt x="330696" y="728067"/>
                  <a:pt x="347662" y="743843"/>
                </a:cubicBezTo>
                <a:cubicBezTo>
                  <a:pt x="364331" y="759470"/>
                  <a:pt x="375791" y="762000"/>
                  <a:pt x="381744" y="762000"/>
                </a:cubicBezTo>
                <a:cubicBezTo>
                  <a:pt x="387697" y="762000"/>
                  <a:pt x="399157" y="759470"/>
                  <a:pt x="415826" y="743843"/>
                </a:cubicBezTo>
                <a:cubicBezTo>
                  <a:pt x="432792" y="728067"/>
                  <a:pt x="451098" y="702171"/>
                  <a:pt x="468064" y="665857"/>
                </a:cubicBezTo>
                <a:cubicBezTo>
                  <a:pt x="498277" y="601117"/>
                  <a:pt x="519559" y="512713"/>
                  <a:pt x="523875" y="416719"/>
                </a:cubicBezTo>
                <a:close/>
                <a:moveTo>
                  <a:pt x="239464" y="345281"/>
                </a:moveTo>
                <a:lnTo>
                  <a:pt x="523577" y="345281"/>
                </a:lnTo>
                <a:cubicBezTo>
                  <a:pt x="519410" y="249287"/>
                  <a:pt x="498128" y="160883"/>
                  <a:pt x="467916" y="96143"/>
                </a:cubicBezTo>
                <a:cubicBezTo>
                  <a:pt x="450949" y="59829"/>
                  <a:pt x="432643" y="33933"/>
                  <a:pt x="415677" y="18157"/>
                </a:cubicBezTo>
                <a:cubicBezTo>
                  <a:pt x="399008" y="2530"/>
                  <a:pt x="387548" y="0"/>
                  <a:pt x="381595" y="0"/>
                </a:cubicBezTo>
                <a:cubicBezTo>
                  <a:pt x="375642" y="0"/>
                  <a:pt x="364182" y="2530"/>
                  <a:pt x="347514" y="18157"/>
                </a:cubicBezTo>
                <a:cubicBezTo>
                  <a:pt x="330547" y="33933"/>
                  <a:pt x="312241" y="59829"/>
                  <a:pt x="295275" y="96143"/>
                </a:cubicBezTo>
                <a:cubicBezTo>
                  <a:pt x="265063" y="160883"/>
                  <a:pt x="243780" y="249287"/>
                  <a:pt x="239464" y="345281"/>
                </a:cubicBezTo>
                <a:close/>
                <a:moveTo>
                  <a:pt x="168027" y="345281"/>
                </a:moveTo>
                <a:cubicBezTo>
                  <a:pt x="173236" y="217884"/>
                  <a:pt x="206127" y="99566"/>
                  <a:pt x="254198" y="21878"/>
                </a:cubicBezTo>
                <a:cubicBezTo>
                  <a:pt x="117128" y="70396"/>
                  <a:pt x="16222" y="195262"/>
                  <a:pt x="2232" y="345281"/>
                </a:cubicBezTo>
                <a:lnTo>
                  <a:pt x="168027" y="345281"/>
                </a:lnTo>
                <a:close/>
                <a:moveTo>
                  <a:pt x="2232" y="416719"/>
                </a:moveTo>
                <a:cubicBezTo>
                  <a:pt x="16222" y="566738"/>
                  <a:pt x="117128" y="691604"/>
                  <a:pt x="254198" y="740122"/>
                </a:cubicBezTo>
                <a:cubicBezTo>
                  <a:pt x="206127" y="662434"/>
                  <a:pt x="173236" y="544116"/>
                  <a:pt x="168027" y="416719"/>
                </a:cubicBezTo>
                <a:lnTo>
                  <a:pt x="2232" y="416719"/>
                </a:lnTo>
                <a:close/>
                <a:moveTo>
                  <a:pt x="595164" y="416719"/>
                </a:moveTo>
                <a:cubicBezTo>
                  <a:pt x="589955" y="544116"/>
                  <a:pt x="557064" y="662434"/>
                  <a:pt x="508992" y="740122"/>
                </a:cubicBezTo>
                <a:cubicBezTo>
                  <a:pt x="646063" y="691455"/>
                  <a:pt x="746968" y="566738"/>
                  <a:pt x="760958" y="416719"/>
                </a:cubicBezTo>
                <a:lnTo>
                  <a:pt x="595164" y="416719"/>
                </a:lnTo>
                <a:close/>
                <a:moveTo>
                  <a:pt x="760958" y="345281"/>
                </a:moveTo>
                <a:cubicBezTo>
                  <a:pt x="746968" y="195262"/>
                  <a:pt x="646063" y="70396"/>
                  <a:pt x="508992" y="21878"/>
                </a:cubicBezTo>
                <a:cubicBezTo>
                  <a:pt x="557064" y="99566"/>
                  <a:pt x="589955" y="217884"/>
                  <a:pt x="595164" y="345281"/>
                </a:cubicBezTo>
                <a:lnTo>
                  <a:pt x="760958" y="345281"/>
                </a:ln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9" name="Text 17"/>
          <p:cNvSpPr/>
          <p:nvPr/>
        </p:nvSpPr>
        <p:spPr>
          <a:xfrm>
            <a:off x="12192000" y="3937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Cross-Browser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192000" y="4445000"/>
            <a:ext cx="254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Compatible across Chrome, Safari, Firefox, and Edge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70000" y="6731000"/>
            <a:ext cx="13716000" cy="1270000"/>
          </a:xfrm>
          <a:prstGeom prst="roundRect">
            <a:avLst>
              <a:gd name="adj" fmla="val 8000"/>
            </a:avLst>
          </a:prstGeom>
          <a:solidFill>
            <a:srgbClr val="0F1B31"/>
          </a:solidFill>
          <a:ln/>
        </p:spPr>
      </p:sp>
      <p:sp>
        <p:nvSpPr>
          <p:cNvPr id="22" name="Text 20"/>
          <p:cNvSpPr/>
          <p:nvPr/>
        </p:nvSpPr>
        <p:spPr>
          <a:xfrm>
            <a:off x="1778000" y="685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60%+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4572000" y="6858000"/>
            <a:ext cx="990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 web traffic comes from mobile devices. A mobile-first approach is not optional — it is 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essential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business success.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Deployment, Hosting &amp; Security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8DDE4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78000"/>
            <a:ext cx="889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handle 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technical setup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so you can focus on your business.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51000" y="2921000"/>
            <a:ext cx="1270000" cy="1270000"/>
          </a:xfrm>
          <a:prstGeom prst="ellipse">
            <a:avLst/>
          </a:prstGeom>
          <a:solidFill>
            <a:srgbClr val="0F1B31"/>
          </a:solidFill>
          <a:ln/>
        </p:spPr>
      </p:sp>
      <p:sp>
        <p:nvSpPr>
          <p:cNvPr id="6" name="Shape 4"/>
          <p:cNvSpPr/>
          <p:nvPr/>
        </p:nvSpPr>
        <p:spPr>
          <a:xfrm>
            <a:off x="1968500" y="32385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436438" y="347266"/>
                </a:moveTo>
                <a:lnTo>
                  <a:pt x="199678" y="347266"/>
                </a:lnTo>
                <a:cubicBezTo>
                  <a:pt x="203274" y="427261"/>
                  <a:pt x="221010" y="500931"/>
                  <a:pt x="246187" y="554881"/>
                </a:cubicBezTo>
                <a:cubicBezTo>
                  <a:pt x="260325" y="585267"/>
                  <a:pt x="275580" y="606723"/>
                  <a:pt x="289719" y="619869"/>
                </a:cubicBezTo>
                <a:cubicBezTo>
                  <a:pt x="303609" y="632892"/>
                  <a:pt x="313159" y="635000"/>
                  <a:pt x="318120" y="635000"/>
                </a:cubicBezTo>
                <a:cubicBezTo>
                  <a:pt x="323081" y="635000"/>
                  <a:pt x="332631" y="632892"/>
                  <a:pt x="346521" y="619869"/>
                </a:cubicBezTo>
                <a:cubicBezTo>
                  <a:pt x="360660" y="606723"/>
                  <a:pt x="375915" y="585143"/>
                  <a:pt x="390054" y="554881"/>
                </a:cubicBezTo>
                <a:cubicBezTo>
                  <a:pt x="415230" y="500931"/>
                  <a:pt x="432966" y="427261"/>
                  <a:pt x="436563" y="347266"/>
                </a:cubicBezTo>
                <a:close/>
                <a:moveTo>
                  <a:pt x="199554" y="287734"/>
                </a:moveTo>
                <a:lnTo>
                  <a:pt x="436314" y="287734"/>
                </a:lnTo>
                <a:cubicBezTo>
                  <a:pt x="432842" y="207739"/>
                  <a:pt x="415106" y="134069"/>
                  <a:pt x="389930" y="80119"/>
                </a:cubicBezTo>
                <a:cubicBezTo>
                  <a:pt x="375791" y="49857"/>
                  <a:pt x="360536" y="28277"/>
                  <a:pt x="346397" y="15131"/>
                </a:cubicBezTo>
                <a:cubicBezTo>
                  <a:pt x="332507" y="2108"/>
                  <a:pt x="322957" y="0"/>
                  <a:pt x="317996" y="0"/>
                </a:cubicBezTo>
                <a:cubicBezTo>
                  <a:pt x="313035" y="0"/>
                  <a:pt x="303485" y="2108"/>
                  <a:pt x="289595" y="15131"/>
                </a:cubicBezTo>
                <a:cubicBezTo>
                  <a:pt x="275456" y="28277"/>
                  <a:pt x="260201" y="49857"/>
                  <a:pt x="246062" y="80119"/>
                </a:cubicBezTo>
                <a:cubicBezTo>
                  <a:pt x="220886" y="134069"/>
                  <a:pt x="203150" y="207739"/>
                  <a:pt x="199554" y="287734"/>
                </a:cubicBezTo>
                <a:close/>
                <a:moveTo>
                  <a:pt x="140022" y="287734"/>
                </a:moveTo>
                <a:cubicBezTo>
                  <a:pt x="144363" y="181570"/>
                  <a:pt x="171772" y="82972"/>
                  <a:pt x="211832" y="18231"/>
                </a:cubicBezTo>
                <a:cubicBezTo>
                  <a:pt x="97606" y="58663"/>
                  <a:pt x="13519" y="162719"/>
                  <a:pt x="1860" y="287734"/>
                </a:cubicBezTo>
                <a:lnTo>
                  <a:pt x="140022" y="287734"/>
                </a:lnTo>
                <a:close/>
                <a:moveTo>
                  <a:pt x="1860" y="347266"/>
                </a:moveTo>
                <a:cubicBezTo>
                  <a:pt x="13519" y="472281"/>
                  <a:pt x="97606" y="576337"/>
                  <a:pt x="211832" y="616769"/>
                </a:cubicBezTo>
                <a:cubicBezTo>
                  <a:pt x="171772" y="552028"/>
                  <a:pt x="144363" y="453430"/>
                  <a:pt x="140022" y="347266"/>
                </a:cubicBezTo>
                <a:lnTo>
                  <a:pt x="1860" y="347266"/>
                </a:lnTo>
                <a:close/>
                <a:moveTo>
                  <a:pt x="495970" y="347266"/>
                </a:moveTo>
                <a:cubicBezTo>
                  <a:pt x="491629" y="453430"/>
                  <a:pt x="464220" y="552028"/>
                  <a:pt x="424160" y="616769"/>
                </a:cubicBezTo>
                <a:cubicBezTo>
                  <a:pt x="538386" y="576213"/>
                  <a:pt x="622474" y="472281"/>
                  <a:pt x="634132" y="347266"/>
                </a:cubicBezTo>
                <a:lnTo>
                  <a:pt x="495970" y="347266"/>
                </a:lnTo>
                <a:close/>
                <a:moveTo>
                  <a:pt x="634132" y="287734"/>
                </a:moveTo>
                <a:cubicBezTo>
                  <a:pt x="622474" y="162719"/>
                  <a:pt x="538386" y="58663"/>
                  <a:pt x="424160" y="18231"/>
                </a:cubicBezTo>
                <a:cubicBezTo>
                  <a:pt x="464220" y="82972"/>
                  <a:pt x="491629" y="181570"/>
                  <a:pt x="495970" y="287734"/>
                </a:cubicBezTo>
                <a:lnTo>
                  <a:pt x="634132" y="28773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70000" y="4445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Domain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4889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Domain connection configured properly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21000" y="3556000"/>
            <a:ext cx="1270000" cy="0"/>
          </a:xfrm>
          <a:prstGeom prst="straightConnector1">
            <a:avLst/>
          </a:prstGeom>
          <a:noFill/>
          <a:ln w="38100">
            <a:solidFill>
              <a:srgbClr val="D8DDE4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191000" y="2921000"/>
            <a:ext cx="1270000" cy="1270000"/>
          </a:xfrm>
          <a:prstGeom prst="ellipse">
            <a:avLst/>
          </a:prstGeom>
          <a:solidFill>
            <a:srgbClr val="0F1B31"/>
          </a:solidFill>
          <a:ln/>
        </p:spPr>
      </p:sp>
      <p:sp>
        <p:nvSpPr>
          <p:cNvPr id="11" name="Shape 9"/>
          <p:cNvSpPr/>
          <p:nvPr/>
        </p:nvSpPr>
        <p:spPr>
          <a:xfrm>
            <a:off x="4508500" y="32385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90714" y="39688"/>
                </a:moveTo>
                <a:cubicBezTo>
                  <a:pt x="40680" y="39688"/>
                  <a:pt x="0" y="75282"/>
                  <a:pt x="0" y="119062"/>
                </a:cubicBezTo>
                <a:lnTo>
                  <a:pt x="0" y="198438"/>
                </a:lnTo>
                <a:cubicBezTo>
                  <a:pt x="0" y="242218"/>
                  <a:pt x="40680" y="277813"/>
                  <a:pt x="90714" y="277813"/>
                </a:cubicBezTo>
                <a:lnTo>
                  <a:pt x="544286" y="277813"/>
                </a:lnTo>
                <a:cubicBezTo>
                  <a:pt x="594320" y="277813"/>
                  <a:pt x="635000" y="242218"/>
                  <a:pt x="635000" y="198438"/>
                </a:cubicBezTo>
                <a:lnTo>
                  <a:pt x="635000" y="119062"/>
                </a:lnTo>
                <a:cubicBezTo>
                  <a:pt x="635000" y="75282"/>
                  <a:pt x="594320" y="39688"/>
                  <a:pt x="544286" y="39688"/>
                </a:cubicBezTo>
                <a:lnTo>
                  <a:pt x="90714" y="39688"/>
                </a:lnTo>
                <a:close/>
                <a:moveTo>
                  <a:pt x="396875" y="128984"/>
                </a:moveTo>
                <a:cubicBezTo>
                  <a:pt x="415650" y="128984"/>
                  <a:pt x="430893" y="142322"/>
                  <a:pt x="430893" y="158750"/>
                </a:cubicBezTo>
                <a:cubicBezTo>
                  <a:pt x="430893" y="175178"/>
                  <a:pt x="415650" y="188516"/>
                  <a:pt x="396875" y="188516"/>
                </a:cubicBezTo>
                <a:cubicBezTo>
                  <a:pt x="378100" y="188516"/>
                  <a:pt x="362857" y="175178"/>
                  <a:pt x="362857" y="158750"/>
                </a:cubicBezTo>
                <a:cubicBezTo>
                  <a:pt x="362857" y="142322"/>
                  <a:pt x="378100" y="128984"/>
                  <a:pt x="396875" y="128984"/>
                </a:cubicBezTo>
                <a:close/>
                <a:moveTo>
                  <a:pt x="476250" y="158750"/>
                </a:moveTo>
                <a:cubicBezTo>
                  <a:pt x="476250" y="142322"/>
                  <a:pt x="491493" y="128984"/>
                  <a:pt x="510268" y="128984"/>
                </a:cubicBezTo>
                <a:cubicBezTo>
                  <a:pt x="529043" y="128984"/>
                  <a:pt x="544286" y="142322"/>
                  <a:pt x="544286" y="158750"/>
                </a:cubicBezTo>
                <a:cubicBezTo>
                  <a:pt x="544286" y="175178"/>
                  <a:pt x="529043" y="188516"/>
                  <a:pt x="510268" y="188516"/>
                </a:cubicBezTo>
                <a:cubicBezTo>
                  <a:pt x="491493" y="188516"/>
                  <a:pt x="476250" y="175178"/>
                  <a:pt x="476250" y="158750"/>
                </a:cubicBezTo>
                <a:close/>
                <a:moveTo>
                  <a:pt x="90714" y="357188"/>
                </a:moveTo>
                <a:cubicBezTo>
                  <a:pt x="40680" y="357188"/>
                  <a:pt x="0" y="392782"/>
                  <a:pt x="0" y="436563"/>
                </a:cubicBezTo>
                <a:lnTo>
                  <a:pt x="0" y="515937"/>
                </a:lnTo>
                <a:cubicBezTo>
                  <a:pt x="0" y="559718"/>
                  <a:pt x="40680" y="595313"/>
                  <a:pt x="90714" y="595313"/>
                </a:cubicBezTo>
                <a:lnTo>
                  <a:pt x="544286" y="595313"/>
                </a:lnTo>
                <a:cubicBezTo>
                  <a:pt x="594320" y="595313"/>
                  <a:pt x="635000" y="559718"/>
                  <a:pt x="635000" y="515937"/>
                </a:cubicBezTo>
                <a:lnTo>
                  <a:pt x="635000" y="436563"/>
                </a:lnTo>
                <a:cubicBezTo>
                  <a:pt x="635000" y="392782"/>
                  <a:pt x="594320" y="357188"/>
                  <a:pt x="544286" y="357188"/>
                </a:cubicBezTo>
                <a:lnTo>
                  <a:pt x="90714" y="357188"/>
                </a:lnTo>
                <a:close/>
                <a:moveTo>
                  <a:pt x="396875" y="446484"/>
                </a:moveTo>
                <a:cubicBezTo>
                  <a:pt x="415650" y="446484"/>
                  <a:pt x="430893" y="459822"/>
                  <a:pt x="430893" y="476250"/>
                </a:cubicBezTo>
                <a:cubicBezTo>
                  <a:pt x="430893" y="492678"/>
                  <a:pt x="415650" y="506016"/>
                  <a:pt x="396875" y="506016"/>
                </a:cubicBezTo>
                <a:cubicBezTo>
                  <a:pt x="378100" y="506016"/>
                  <a:pt x="362857" y="492678"/>
                  <a:pt x="362857" y="476250"/>
                </a:cubicBezTo>
                <a:cubicBezTo>
                  <a:pt x="362857" y="459822"/>
                  <a:pt x="378100" y="446484"/>
                  <a:pt x="396875" y="446484"/>
                </a:cubicBezTo>
                <a:close/>
                <a:moveTo>
                  <a:pt x="476250" y="476250"/>
                </a:moveTo>
                <a:cubicBezTo>
                  <a:pt x="476250" y="459822"/>
                  <a:pt x="491493" y="446484"/>
                  <a:pt x="510268" y="446484"/>
                </a:cubicBezTo>
                <a:cubicBezTo>
                  <a:pt x="529043" y="446484"/>
                  <a:pt x="544286" y="459822"/>
                  <a:pt x="544286" y="476250"/>
                </a:cubicBezTo>
                <a:cubicBezTo>
                  <a:pt x="544286" y="492678"/>
                  <a:pt x="529043" y="506016"/>
                  <a:pt x="510268" y="506016"/>
                </a:cubicBezTo>
                <a:cubicBezTo>
                  <a:pt x="491493" y="506016"/>
                  <a:pt x="476250" y="492678"/>
                  <a:pt x="476250" y="476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810000" y="4445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Hosting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83000" y="4889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Reliable server setup and config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61000" y="3556000"/>
            <a:ext cx="1270000" cy="0"/>
          </a:xfrm>
          <a:prstGeom prst="straightConnector1">
            <a:avLst/>
          </a:prstGeom>
          <a:noFill/>
          <a:ln w="38100">
            <a:solidFill>
              <a:srgbClr val="D8DDE4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6731000" y="2921000"/>
            <a:ext cx="1270000" cy="1270000"/>
          </a:xfrm>
          <a:prstGeom prst="ellipse">
            <a:avLst/>
          </a:prstGeom>
          <a:solidFill>
            <a:srgbClr val="E85D3A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8500" y="32385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211667" y="119062"/>
                </a:moveTo>
                <a:lnTo>
                  <a:pt x="211667" y="198438"/>
                </a:lnTo>
                <a:lnTo>
                  <a:pt x="423333" y="198438"/>
                </a:lnTo>
                <a:lnTo>
                  <a:pt x="423333" y="119062"/>
                </a:lnTo>
                <a:cubicBezTo>
                  <a:pt x="423333" y="75282"/>
                  <a:pt x="375874" y="39688"/>
                  <a:pt x="317500" y="39688"/>
                </a:cubicBezTo>
                <a:cubicBezTo>
                  <a:pt x="259126" y="39688"/>
                  <a:pt x="211667" y="75282"/>
                  <a:pt x="211667" y="119062"/>
                </a:cubicBezTo>
                <a:close/>
                <a:moveTo>
                  <a:pt x="105833" y="198438"/>
                </a:moveTo>
                <a:lnTo>
                  <a:pt x="105833" y="119062"/>
                </a:lnTo>
                <a:cubicBezTo>
                  <a:pt x="105833" y="31378"/>
                  <a:pt x="200587" y="-39687"/>
                  <a:pt x="317500" y="-39687"/>
                </a:cubicBezTo>
                <a:cubicBezTo>
                  <a:pt x="434413" y="-39687"/>
                  <a:pt x="529167" y="31378"/>
                  <a:pt x="529167" y="119062"/>
                </a:cubicBezTo>
                <a:lnTo>
                  <a:pt x="529167" y="198438"/>
                </a:lnTo>
                <a:cubicBezTo>
                  <a:pt x="587540" y="198438"/>
                  <a:pt x="635000" y="234032"/>
                  <a:pt x="635000" y="277813"/>
                </a:cubicBezTo>
                <a:lnTo>
                  <a:pt x="635000" y="555625"/>
                </a:lnTo>
                <a:cubicBezTo>
                  <a:pt x="635000" y="599405"/>
                  <a:pt x="587540" y="635000"/>
                  <a:pt x="529167" y="635000"/>
                </a:cubicBezTo>
                <a:lnTo>
                  <a:pt x="105833" y="635000"/>
                </a:lnTo>
                <a:cubicBezTo>
                  <a:pt x="47460" y="635000"/>
                  <a:pt x="0" y="599405"/>
                  <a:pt x="0" y="555625"/>
                </a:cubicBezTo>
                <a:lnTo>
                  <a:pt x="0" y="277813"/>
                </a:lnTo>
                <a:cubicBezTo>
                  <a:pt x="0" y="234032"/>
                  <a:pt x="47460" y="198438"/>
                  <a:pt x="105833" y="198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350000" y="4445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SSL Security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23000" y="4889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Encrypted connections and trust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01000" y="3556000"/>
            <a:ext cx="1270000" cy="0"/>
          </a:xfrm>
          <a:prstGeom prst="straightConnector1">
            <a:avLst/>
          </a:prstGeom>
          <a:noFill/>
          <a:ln w="38100">
            <a:solidFill>
              <a:srgbClr val="D8DDE4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9271000" y="2921000"/>
            <a:ext cx="1270000" cy="1270000"/>
          </a:xfrm>
          <a:prstGeom prst="ellipse">
            <a:avLst/>
          </a:prstGeom>
          <a:solidFill>
            <a:srgbClr val="0F1B31"/>
          </a:solidFill>
          <a:ln/>
        </p:spPr>
      </p:sp>
      <p:sp>
        <p:nvSpPr>
          <p:cNvPr id="21" name="Shape 19"/>
          <p:cNvSpPr/>
          <p:nvPr/>
        </p:nvSpPr>
        <p:spPr>
          <a:xfrm>
            <a:off x="9588500" y="32385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58750" y="595313"/>
                </a:moveTo>
                <a:cubicBezTo>
                  <a:pt x="71107" y="595313"/>
                  <a:pt x="0" y="515317"/>
                  <a:pt x="0" y="416719"/>
                </a:cubicBezTo>
                <a:cubicBezTo>
                  <a:pt x="0" y="338088"/>
                  <a:pt x="45200" y="271363"/>
                  <a:pt x="107928" y="247427"/>
                </a:cubicBezTo>
                <a:cubicBezTo>
                  <a:pt x="106495" y="237877"/>
                  <a:pt x="105833" y="228203"/>
                  <a:pt x="105833" y="218281"/>
                </a:cubicBezTo>
                <a:cubicBezTo>
                  <a:pt x="105833" y="119683"/>
                  <a:pt x="176940" y="39688"/>
                  <a:pt x="264583" y="39688"/>
                </a:cubicBezTo>
                <a:cubicBezTo>
                  <a:pt x="325658" y="39688"/>
                  <a:pt x="378685" y="78507"/>
                  <a:pt x="405253" y="135310"/>
                </a:cubicBezTo>
                <a:cubicBezTo>
                  <a:pt x="420908" y="125016"/>
                  <a:pt x="439208" y="119062"/>
                  <a:pt x="458611" y="119062"/>
                </a:cubicBezTo>
                <a:cubicBezTo>
                  <a:pt x="517040" y="119062"/>
                  <a:pt x="564444" y="172393"/>
                  <a:pt x="564444" y="238125"/>
                </a:cubicBezTo>
                <a:cubicBezTo>
                  <a:pt x="564444" y="257597"/>
                  <a:pt x="560255" y="276076"/>
                  <a:pt x="552869" y="292323"/>
                </a:cubicBezTo>
                <a:cubicBezTo>
                  <a:pt x="601376" y="317500"/>
                  <a:pt x="635000" y="372566"/>
                  <a:pt x="635000" y="436563"/>
                </a:cubicBezTo>
                <a:cubicBezTo>
                  <a:pt x="635000" y="524247"/>
                  <a:pt x="571831" y="595313"/>
                  <a:pt x="493889" y="595313"/>
                </a:cubicBezTo>
                <a:lnTo>
                  <a:pt x="158750" y="595313"/>
                </a:lnTo>
                <a:close/>
                <a:moveTo>
                  <a:pt x="336241" y="236885"/>
                </a:moveTo>
                <a:cubicBezTo>
                  <a:pt x="325878" y="225227"/>
                  <a:pt x="309122" y="225227"/>
                  <a:pt x="298869" y="236885"/>
                </a:cubicBezTo>
                <a:lnTo>
                  <a:pt x="219494" y="326182"/>
                </a:lnTo>
                <a:cubicBezTo>
                  <a:pt x="209131" y="337840"/>
                  <a:pt x="209131" y="356691"/>
                  <a:pt x="219494" y="368226"/>
                </a:cubicBezTo>
                <a:cubicBezTo>
                  <a:pt x="229857" y="379760"/>
                  <a:pt x="246614" y="379884"/>
                  <a:pt x="256866" y="368226"/>
                </a:cubicBezTo>
                <a:lnTo>
                  <a:pt x="291042" y="329778"/>
                </a:lnTo>
                <a:lnTo>
                  <a:pt x="291042" y="456406"/>
                </a:lnTo>
                <a:cubicBezTo>
                  <a:pt x="291042" y="472901"/>
                  <a:pt x="302838" y="486172"/>
                  <a:pt x="317500" y="486172"/>
                </a:cubicBezTo>
                <a:cubicBezTo>
                  <a:pt x="332162" y="486172"/>
                  <a:pt x="343958" y="472901"/>
                  <a:pt x="343958" y="456406"/>
                </a:cubicBezTo>
                <a:lnTo>
                  <a:pt x="343958" y="329778"/>
                </a:lnTo>
                <a:lnTo>
                  <a:pt x="378134" y="368226"/>
                </a:lnTo>
                <a:cubicBezTo>
                  <a:pt x="388497" y="379884"/>
                  <a:pt x="405253" y="379884"/>
                  <a:pt x="415506" y="368226"/>
                </a:cubicBezTo>
                <a:cubicBezTo>
                  <a:pt x="425759" y="356567"/>
                  <a:pt x="425869" y="337716"/>
                  <a:pt x="415506" y="326182"/>
                </a:cubicBezTo>
                <a:lnTo>
                  <a:pt x="336131" y="2368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890000" y="4445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Deploy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763000" y="4889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Zero-downtime website deployment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541000" y="3556000"/>
            <a:ext cx="1270000" cy="0"/>
          </a:xfrm>
          <a:prstGeom prst="straightConnector1">
            <a:avLst/>
          </a:prstGeom>
          <a:noFill/>
          <a:ln w="38100">
            <a:solidFill>
              <a:srgbClr val="D8DDE4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1811000" y="2921000"/>
            <a:ext cx="1270000" cy="1270000"/>
          </a:xfrm>
          <a:prstGeom prst="ellipse">
            <a:avLst/>
          </a:prstGeom>
          <a:solidFill>
            <a:srgbClr val="0F1B31"/>
          </a:solidFill>
          <a:ln/>
        </p:spPr>
      </p:sp>
      <p:sp>
        <p:nvSpPr>
          <p:cNvPr id="26" name="Shape 24"/>
          <p:cNvSpPr/>
          <p:nvPr/>
        </p:nvSpPr>
        <p:spPr>
          <a:xfrm>
            <a:off x="12128500" y="32385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58750" y="396875"/>
                </a:moveTo>
                <a:lnTo>
                  <a:pt x="30386" y="396875"/>
                </a:lnTo>
                <a:cubicBezTo>
                  <a:pt x="-496" y="396875"/>
                  <a:pt x="-19472" y="363265"/>
                  <a:pt x="-3597" y="336724"/>
                </a:cubicBezTo>
                <a:lnTo>
                  <a:pt x="62012" y="227335"/>
                </a:lnTo>
                <a:cubicBezTo>
                  <a:pt x="72802" y="209352"/>
                  <a:pt x="92149" y="198438"/>
                  <a:pt x="113109" y="198438"/>
                </a:cubicBezTo>
                <a:lnTo>
                  <a:pt x="230932" y="198438"/>
                </a:lnTo>
                <a:cubicBezTo>
                  <a:pt x="325313" y="38571"/>
                  <a:pt x="466080" y="30510"/>
                  <a:pt x="560214" y="44276"/>
                </a:cubicBezTo>
                <a:cubicBezTo>
                  <a:pt x="576089" y="46633"/>
                  <a:pt x="588491" y="59035"/>
                  <a:pt x="590724" y="74786"/>
                </a:cubicBezTo>
                <a:cubicBezTo>
                  <a:pt x="604490" y="168920"/>
                  <a:pt x="596429" y="309687"/>
                  <a:pt x="436563" y="404068"/>
                </a:cubicBezTo>
                <a:lnTo>
                  <a:pt x="436563" y="521891"/>
                </a:lnTo>
                <a:cubicBezTo>
                  <a:pt x="436563" y="542851"/>
                  <a:pt x="425648" y="562198"/>
                  <a:pt x="407665" y="572988"/>
                </a:cubicBezTo>
                <a:lnTo>
                  <a:pt x="298276" y="638597"/>
                </a:lnTo>
                <a:cubicBezTo>
                  <a:pt x="271859" y="654472"/>
                  <a:pt x="238125" y="635372"/>
                  <a:pt x="238125" y="604614"/>
                </a:cubicBezTo>
                <a:lnTo>
                  <a:pt x="238125" y="476250"/>
                </a:lnTo>
                <a:cubicBezTo>
                  <a:pt x="238125" y="432470"/>
                  <a:pt x="202530" y="396875"/>
                  <a:pt x="158750" y="396875"/>
                </a:cubicBezTo>
                <a:lnTo>
                  <a:pt x="158626" y="396875"/>
                </a:lnTo>
                <a:close/>
                <a:moveTo>
                  <a:pt x="496094" y="198438"/>
                </a:moveTo>
                <a:cubicBezTo>
                  <a:pt x="496094" y="165581"/>
                  <a:pt x="469419" y="138906"/>
                  <a:pt x="436563" y="138906"/>
                </a:cubicBezTo>
                <a:cubicBezTo>
                  <a:pt x="403706" y="138906"/>
                  <a:pt x="377031" y="165581"/>
                  <a:pt x="377031" y="198438"/>
                </a:cubicBezTo>
                <a:cubicBezTo>
                  <a:pt x="377031" y="231294"/>
                  <a:pt x="403706" y="257969"/>
                  <a:pt x="436563" y="257969"/>
                </a:cubicBezTo>
                <a:cubicBezTo>
                  <a:pt x="469419" y="257969"/>
                  <a:pt x="496094" y="231294"/>
                  <a:pt x="496094" y="198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0" y="4445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 Live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303000" y="4889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Complete technical verification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70000" y="6223000"/>
            <a:ext cx="13716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778000" y="6350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Your website goes live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smoothly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all technical foundations in place — from domain to SSL to deployment.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Integration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8DDE4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78000"/>
            <a:ext cx="889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connect your website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directly to your customers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4318000" cy="254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51000" y="2857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18296" y="115610"/>
                </a:moveTo>
                <a:cubicBezTo>
                  <a:pt x="461282" y="65603"/>
                  <a:pt x="385354" y="38100"/>
                  <a:pt x="304664" y="38100"/>
                </a:cubicBezTo>
                <a:cubicBezTo>
                  <a:pt x="138112" y="38100"/>
                  <a:pt x="2585" y="156686"/>
                  <a:pt x="2585" y="302419"/>
                </a:cubicBezTo>
                <a:cubicBezTo>
                  <a:pt x="2585" y="348972"/>
                  <a:pt x="16465" y="394454"/>
                  <a:pt x="42862" y="434578"/>
                </a:cubicBezTo>
                <a:lnTo>
                  <a:pt x="0" y="571500"/>
                </a:lnTo>
                <a:lnTo>
                  <a:pt x="160156" y="534710"/>
                </a:lnTo>
                <a:cubicBezTo>
                  <a:pt x="204243" y="555784"/>
                  <a:pt x="253909" y="566857"/>
                  <a:pt x="304528" y="566857"/>
                </a:cubicBezTo>
                <a:lnTo>
                  <a:pt x="304664" y="566857"/>
                </a:lnTo>
                <a:cubicBezTo>
                  <a:pt x="471079" y="566857"/>
                  <a:pt x="609600" y="448270"/>
                  <a:pt x="609600" y="302538"/>
                </a:cubicBezTo>
                <a:cubicBezTo>
                  <a:pt x="609600" y="231934"/>
                  <a:pt x="575310" y="165616"/>
                  <a:pt x="518296" y="115610"/>
                </a:cubicBezTo>
                <a:close/>
                <a:moveTo>
                  <a:pt x="304664" y="522327"/>
                </a:moveTo>
                <a:cubicBezTo>
                  <a:pt x="259488" y="522327"/>
                  <a:pt x="215265" y="511731"/>
                  <a:pt x="176757" y="491728"/>
                </a:cubicBezTo>
                <a:lnTo>
                  <a:pt x="167640" y="486966"/>
                </a:lnTo>
                <a:lnTo>
                  <a:pt x="72662" y="508754"/>
                </a:lnTo>
                <a:lnTo>
                  <a:pt x="97971" y="427673"/>
                </a:lnTo>
                <a:lnTo>
                  <a:pt x="91984" y="419338"/>
                </a:lnTo>
                <a:cubicBezTo>
                  <a:pt x="66811" y="384334"/>
                  <a:pt x="53612" y="343972"/>
                  <a:pt x="53612" y="302419"/>
                </a:cubicBezTo>
                <a:cubicBezTo>
                  <a:pt x="53612" y="181332"/>
                  <a:pt x="166279" y="82748"/>
                  <a:pt x="304800" y="82748"/>
                </a:cubicBezTo>
                <a:cubicBezTo>
                  <a:pt x="371883" y="82748"/>
                  <a:pt x="434884" y="105608"/>
                  <a:pt x="482237" y="147161"/>
                </a:cubicBezTo>
                <a:cubicBezTo>
                  <a:pt x="529590" y="188714"/>
                  <a:pt x="558709" y="243840"/>
                  <a:pt x="558573" y="302538"/>
                </a:cubicBezTo>
                <a:cubicBezTo>
                  <a:pt x="558573" y="423743"/>
                  <a:pt x="443049" y="522327"/>
                  <a:pt x="304664" y="522327"/>
                </a:cubicBezTo>
                <a:close/>
                <a:moveTo>
                  <a:pt x="442368" y="357783"/>
                </a:moveTo>
                <a:cubicBezTo>
                  <a:pt x="434884" y="354449"/>
                  <a:pt x="397737" y="338495"/>
                  <a:pt x="390797" y="336352"/>
                </a:cubicBezTo>
                <a:cubicBezTo>
                  <a:pt x="383858" y="334089"/>
                  <a:pt x="378823" y="333018"/>
                  <a:pt x="373788" y="339685"/>
                </a:cubicBezTo>
                <a:cubicBezTo>
                  <a:pt x="368754" y="346353"/>
                  <a:pt x="354330" y="361117"/>
                  <a:pt x="349840" y="365641"/>
                </a:cubicBezTo>
                <a:cubicBezTo>
                  <a:pt x="345485" y="370046"/>
                  <a:pt x="340995" y="370642"/>
                  <a:pt x="333511" y="367308"/>
                </a:cubicBezTo>
                <a:cubicBezTo>
                  <a:pt x="289152" y="347901"/>
                  <a:pt x="260033" y="332661"/>
                  <a:pt x="230777" y="288727"/>
                </a:cubicBezTo>
                <a:cubicBezTo>
                  <a:pt x="223021" y="277058"/>
                  <a:pt x="238533" y="277892"/>
                  <a:pt x="252957" y="252651"/>
                </a:cubicBezTo>
                <a:cubicBezTo>
                  <a:pt x="255406" y="248245"/>
                  <a:pt x="254181" y="244435"/>
                  <a:pt x="252276" y="241102"/>
                </a:cubicBezTo>
                <a:cubicBezTo>
                  <a:pt x="250371" y="237768"/>
                  <a:pt x="235268" y="205264"/>
                  <a:pt x="229008" y="192048"/>
                </a:cubicBezTo>
                <a:cubicBezTo>
                  <a:pt x="222885" y="179189"/>
                  <a:pt x="216626" y="180975"/>
                  <a:pt x="211999" y="180737"/>
                </a:cubicBezTo>
                <a:cubicBezTo>
                  <a:pt x="207645" y="180499"/>
                  <a:pt x="202610" y="180499"/>
                  <a:pt x="197576" y="180499"/>
                </a:cubicBezTo>
                <a:cubicBezTo>
                  <a:pt x="192541" y="180499"/>
                  <a:pt x="184377" y="182166"/>
                  <a:pt x="177437" y="188714"/>
                </a:cubicBezTo>
                <a:cubicBezTo>
                  <a:pt x="170498" y="195382"/>
                  <a:pt x="151039" y="211336"/>
                  <a:pt x="151039" y="243840"/>
                </a:cubicBezTo>
                <a:cubicBezTo>
                  <a:pt x="151039" y="276344"/>
                  <a:pt x="178118" y="307777"/>
                  <a:pt x="181791" y="312182"/>
                </a:cubicBezTo>
                <a:cubicBezTo>
                  <a:pt x="185601" y="316587"/>
                  <a:pt x="234995" y="383262"/>
                  <a:pt x="310787" y="411956"/>
                </a:cubicBezTo>
                <a:cubicBezTo>
                  <a:pt x="358684" y="430054"/>
                  <a:pt x="377462" y="431602"/>
                  <a:pt x="401411" y="428506"/>
                </a:cubicBezTo>
                <a:cubicBezTo>
                  <a:pt x="415970" y="426601"/>
                  <a:pt x="446042" y="412552"/>
                  <a:pt x="452301" y="397073"/>
                </a:cubicBezTo>
                <a:cubicBezTo>
                  <a:pt x="458561" y="381595"/>
                  <a:pt x="458561" y="368379"/>
                  <a:pt x="456656" y="365641"/>
                </a:cubicBezTo>
                <a:cubicBezTo>
                  <a:pt x="454887" y="362664"/>
                  <a:pt x="449852" y="360998"/>
                  <a:pt x="442368" y="357783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7" name="Text 5"/>
          <p:cNvSpPr/>
          <p:nvPr/>
        </p:nvSpPr>
        <p:spPr>
          <a:xfrm>
            <a:off x="2476500" y="28575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WhatsApp Button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51000" y="3619500"/>
            <a:ext cx="355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Instant messaging for customer engagement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69000" y="2540000"/>
            <a:ext cx="4318000" cy="254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0000" y="2857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7150" y="76200"/>
                </a:moveTo>
                <a:cubicBezTo>
                  <a:pt x="25598" y="76200"/>
                  <a:pt x="0" y="101798"/>
                  <a:pt x="0" y="133350"/>
                </a:cubicBezTo>
                <a:cubicBezTo>
                  <a:pt x="0" y="151328"/>
                  <a:pt x="8453" y="168235"/>
                  <a:pt x="22860" y="179070"/>
                </a:cubicBezTo>
                <a:lnTo>
                  <a:pt x="270510" y="364808"/>
                </a:lnTo>
                <a:cubicBezTo>
                  <a:pt x="290870" y="380048"/>
                  <a:pt x="318730" y="380048"/>
                  <a:pt x="339090" y="364808"/>
                </a:cubicBezTo>
                <a:lnTo>
                  <a:pt x="586740" y="179070"/>
                </a:lnTo>
                <a:cubicBezTo>
                  <a:pt x="601147" y="168235"/>
                  <a:pt x="609600" y="151328"/>
                  <a:pt x="609600" y="133350"/>
                </a:cubicBezTo>
                <a:cubicBezTo>
                  <a:pt x="609600" y="101798"/>
                  <a:pt x="584002" y="76200"/>
                  <a:pt x="552450" y="76200"/>
                </a:cubicBezTo>
                <a:lnTo>
                  <a:pt x="57150" y="76200"/>
                </a:lnTo>
                <a:close/>
                <a:moveTo>
                  <a:pt x="0" y="233363"/>
                </a:moveTo>
                <a:lnTo>
                  <a:pt x="0" y="457200"/>
                </a:lnTo>
                <a:cubicBezTo>
                  <a:pt x="0" y="499229"/>
                  <a:pt x="34171" y="533400"/>
                  <a:pt x="76200" y="533400"/>
                </a:cubicBezTo>
                <a:lnTo>
                  <a:pt x="533400" y="533400"/>
                </a:lnTo>
                <a:cubicBezTo>
                  <a:pt x="575429" y="533400"/>
                  <a:pt x="609600" y="499229"/>
                  <a:pt x="609600" y="457200"/>
                </a:cubicBezTo>
                <a:lnTo>
                  <a:pt x="609600" y="233363"/>
                </a:lnTo>
                <a:lnTo>
                  <a:pt x="373380" y="410528"/>
                </a:lnTo>
                <a:cubicBezTo>
                  <a:pt x="332780" y="441008"/>
                  <a:pt x="276820" y="441008"/>
                  <a:pt x="236220" y="410528"/>
                </a:cubicBezTo>
                <a:lnTo>
                  <a:pt x="0" y="233363"/>
                </a:ln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1" name="Text 9"/>
          <p:cNvSpPr/>
          <p:nvPr/>
        </p:nvSpPr>
        <p:spPr>
          <a:xfrm>
            <a:off x="7175500" y="28575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Contact Forms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50000" y="3619500"/>
            <a:ext cx="355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Structured inquiry forms for organized lead collection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68000" y="2540000"/>
            <a:ext cx="4318000" cy="254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049000" y="2857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76200"/>
                </a:moveTo>
                <a:cubicBezTo>
                  <a:pt x="178594" y="76200"/>
                  <a:pt x="76200" y="178594"/>
                  <a:pt x="76200" y="304800"/>
                </a:cubicBezTo>
                <a:cubicBezTo>
                  <a:pt x="76200" y="431006"/>
                  <a:pt x="178594" y="533400"/>
                  <a:pt x="304800" y="533400"/>
                </a:cubicBezTo>
                <a:cubicBezTo>
                  <a:pt x="325874" y="533400"/>
                  <a:pt x="342900" y="550426"/>
                  <a:pt x="342900" y="571500"/>
                </a:cubicBezTo>
                <a:cubicBezTo>
                  <a:pt x="342900" y="592574"/>
                  <a:pt x="325874" y="609600"/>
                  <a:pt x="304800" y="609600"/>
                </a:cubicBezTo>
                <a:cubicBezTo>
                  <a:pt x="136446" y="609600"/>
                  <a:pt x="0" y="473154"/>
                  <a:pt x="0" y="304800"/>
                </a:cubicBezTo>
                <a:cubicBezTo>
                  <a:pt x="0" y="136446"/>
                  <a:pt x="136446" y="0"/>
                  <a:pt x="304800" y="0"/>
                </a:cubicBezTo>
                <a:cubicBezTo>
                  <a:pt x="473154" y="0"/>
                  <a:pt x="609600" y="136446"/>
                  <a:pt x="609600" y="304800"/>
                </a:cubicBezTo>
                <a:lnTo>
                  <a:pt x="609600" y="342900"/>
                </a:lnTo>
                <a:cubicBezTo>
                  <a:pt x="609600" y="406003"/>
                  <a:pt x="558403" y="457200"/>
                  <a:pt x="495300" y="457200"/>
                </a:cubicBezTo>
                <a:cubicBezTo>
                  <a:pt x="460415" y="457200"/>
                  <a:pt x="429101" y="441484"/>
                  <a:pt x="408146" y="416838"/>
                </a:cubicBezTo>
                <a:cubicBezTo>
                  <a:pt x="381000" y="441841"/>
                  <a:pt x="344686" y="457200"/>
                  <a:pt x="304800" y="457200"/>
                </a:cubicBezTo>
                <a:cubicBezTo>
                  <a:pt x="220623" y="457200"/>
                  <a:pt x="152400" y="388977"/>
                  <a:pt x="152400" y="304800"/>
                </a:cubicBezTo>
                <a:cubicBezTo>
                  <a:pt x="152400" y="220623"/>
                  <a:pt x="220623" y="152400"/>
                  <a:pt x="304800" y="152400"/>
                </a:cubicBezTo>
                <a:cubicBezTo>
                  <a:pt x="338018" y="152400"/>
                  <a:pt x="368737" y="162997"/>
                  <a:pt x="393740" y="181094"/>
                </a:cubicBezTo>
                <a:cubicBezTo>
                  <a:pt x="400526" y="175141"/>
                  <a:pt x="409337" y="171450"/>
                  <a:pt x="419100" y="171450"/>
                </a:cubicBezTo>
                <a:cubicBezTo>
                  <a:pt x="440174" y="171450"/>
                  <a:pt x="457200" y="188476"/>
                  <a:pt x="457200" y="209550"/>
                </a:cubicBezTo>
                <a:lnTo>
                  <a:pt x="457200" y="342900"/>
                </a:lnTo>
                <a:cubicBezTo>
                  <a:pt x="457200" y="363974"/>
                  <a:pt x="474226" y="381000"/>
                  <a:pt x="495300" y="381000"/>
                </a:cubicBezTo>
                <a:cubicBezTo>
                  <a:pt x="516374" y="381000"/>
                  <a:pt x="533400" y="363974"/>
                  <a:pt x="533400" y="342900"/>
                </a:cubicBezTo>
                <a:lnTo>
                  <a:pt x="533400" y="304800"/>
                </a:lnTo>
                <a:cubicBezTo>
                  <a:pt x="533400" y="178594"/>
                  <a:pt x="431006" y="76200"/>
                  <a:pt x="304800" y="76200"/>
                </a:cubicBezTo>
                <a:close/>
                <a:moveTo>
                  <a:pt x="381000" y="304800"/>
                </a:moveTo>
                <a:cubicBezTo>
                  <a:pt x="381000" y="262744"/>
                  <a:pt x="346856" y="228600"/>
                  <a:pt x="304800" y="228600"/>
                </a:cubicBezTo>
                <a:cubicBezTo>
                  <a:pt x="262744" y="228600"/>
                  <a:pt x="228600" y="262744"/>
                  <a:pt x="228600" y="304800"/>
                </a:cubicBezTo>
                <a:cubicBezTo>
                  <a:pt x="228600" y="346856"/>
                  <a:pt x="262744" y="381000"/>
                  <a:pt x="304800" y="381000"/>
                </a:cubicBezTo>
                <a:cubicBezTo>
                  <a:pt x="346856" y="381000"/>
                  <a:pt x="381000" y="346856"/>
                  <a:pt x="381000" y="304800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74500" y="28575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Email Integration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049000" y="3619500"/>
            <a:ext cx="355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Professional email from your website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70000" y="5461000"/>
            <a:ext cx="6223000" cy="203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51000" y="5969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90738" y="29766"/>
                </a:moveTo>
                <a:cubicBezTo>
                  <a:pt x="181332" y="7263"/>
                  <a:pt x="156805" y="-4643"/>
                  <a:pt x="133469" y="1667"/>
                </a:cubicBezTo>
                <a:lnTo>
                  <a:pt x="126921" y="3453"/>
                </a:lnTo>
                <a:cubicBezTo>
                  <a:pt x="50006" y="24408"/>
                  <a:pt x="-15716" y="98941"/>
                  <a:pt x="3453" y="189667"/>
                </a:cubicBezTo>
                <a:cubicBezTo>
                  <a:pt x="47625" y="398026"/>
                  <a:pt x="211574" y="561975"/>
                  <a:pt x="419933" y="606147"/>
                </a:cubicBezTo>
                <a:cubicBezTo>
                  <a:pt x="510778" y="625435"/>
                  <a:pt x="585192" y="559594"/>
                  <a:pt x="606147" y="482679"/>
                </a:cubicBezTo>
                <a:lnTo>
                  <a:pt x="607933" y="476131"/>
                </a:lnTo>
                <a:cubicBezTo>
                  <a:pt x="614363" y="452676"/>
                  <a:pt x="602337" y="428149"/>
                  <a:pt x="579953" y="418862"/>
                </a:cubicBezTo>
                <a:lnTo>
                  <a:pt x="464106" y="370642"/>
                </a:lnTo>
                <a:cubicBezTo>
                  <a:pt x="444460" y="362426"/>
                  <a:pt x="421719" y="368141"/>
                  <a:pt x="408146" y="384691"/>
                </a:cubicBezTo>
                <a:lnTo>
                  <a:pt x="362188" y="440888"/>
                </a:lnTo>
                <a:cubicBezTo>
                  <a:pt x="278487" y="399336"/>
                  <a:pt x="211098" y="329803"/>
                  <a:pt x="172403" y="244435"/>
                </a:cubicBezTo>
                <a:lnTo>
                  <a:pt x="225028" y="201573"/>
                </a:lnTo>
                <a:cubicBezTo>
                  <a:pt x="241578" y="188119"/>
                  <a:pt x="247174" y="165378"/>
                  <a:pt x="239078" y="145613"/>
                </a:cubicBezTo>
                <a:lnTo>
                  <a:pt x="190738" y="29766"/>
                </a:ln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9" name="Text 17"/>
          <p:cNvSpPr/>
          <p:nvPr/>
        </p:nvSpPr>
        <p:spPr>
          <a:xfrm>
            <a:off x="2540000" y="58420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Call Button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540000" y="64135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Direct phone connections for customers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74000" y="5461000"/>
            <a:ext cx="7112000" cy="2032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0F1B31"/>
              </a:gs>
              <a:gs pos="100000">
                <a:srgbClr val="0F1B31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8255000" y="5969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94347" y="38100"/>
                </a:moveTo>
                <a:lnTo>
                  <a:pt x="508000" y="38100"/>
                </a:lnTo>
                <a:cubicBezTo>
                  <a:pt x="564039" y="38100"/>
                  <a:pt x="609600" y="72271"/>
                  <a:pt x="609600" y="114300"/>
                </a:cubicBezTo>
                <a:lnTo>
                  <a:pt x="609600" y="533400"/>
                </a:lnTo>
                <a:cubicBezTo>
                  <a:pt x="609600" y="575429"/>
                  <a:pt x="564039" y="609600"/>
                  <a:pt x="508000" y="609600"/>
                </a:cubicBezTo>
                <a:lnTo>
                  <a:pt x="101600" y="609600"/>
                </a:lnTo>
                <a:cubicBezTo>
                  <a:pt x="45561" y="609600"/>
                  <a:pt x="0" y="575429"/>
                  <a:pt x="0" y="533400"/>
                </a:cubicBezTo>
                <a:lnTo>
                  <a:pt x="0" y="114300"/>
                </a:lnTo>
                <a:cubicBezTo>
                  <a:pt x="0" y="72271"/>
                  <a:pt x="45561" y="38100"/>
                  <a:pt x="101600" y="38100"/>
                </a:cubicBezTo>
                <a:lnTo>
                  <a:pt x="115253" y="38100"/>
                </a:lnTo>
                <a:cubicBezTo>
                  <a:pt x="132715" y="15359"/>
                  <a:pt x="165576" y="0"/>
                  <a:pt x="203200" y="0"/>
                </a:cubicBezTo>
                <a:lnTo>
                  <a:pt x="406400" y="0"/>
                </a:lnTo>
                <a:cubicBezTo>
                  <a:pt x="444024" y="0"/>
                  <a:pt x="476885" y="15359"/>
                  <a:pt x="494347" y="38100"/>
                </a:cubicBezTo>
                <a:close/>
                <a:moveTo>
                  <a:pt x="393700" y="133350"/>
                </a:moveTo>
                <a:cubicBezTo>
                  <a:pt x="414814" y="133350"/>
                  <a:pt x="431800" y="120610"/>
                  <a:pt x="431800" y="104775"/>
                </a:cubicBezTo>
                <a:cubicBezTo>
                  <a:pt x="431800" y="88940"/>
                  <a:pt x="414814" y="76200"/>
                  <a:pt x="393700" y="76200"/>
                </a:cubicBezTo>
                <a:lnTo>
                  <a:pt x="215900" y="76200"/>
                </a:lnTo>
                <a:cubicBezTo>
                  <a:pt x="194786" y="76200"/>
                  <a:pt x="177800" y="88940"/>
                  <a:pt x="177800" y="104775"/>
                </a:cubicBezTo>
                <a:cubicBezTo>
                  <a:pt x="177800" y="120610"/>
                  <a:pt x="194786" y="133350"/>
                  <a:pt x="215900" y="133350"/>
                </a:cubicBezTo>
                <a:lnTo>
                  <a:pt x="393700" y="133350"/>
                </a:lnTo>
                <a:close/>
                <a:moveTo>
                  <a:pt x="203200" y="304800"/>
                </a:moveTo>
                <a:cubicBezTo>
                  <a:pt x="203200" y="283772"/>
                  <a:pt x="180437" y="266700"/>
                  <a:pt x="152400" y="266700"/>
                </a:cubicBezTo>
                <a:cubicBezTo>
                  <a:pt x="124363" y="266700"/>
                  <a:pt x="101600" y="283772"/>
                  <a:pt x="101600" y="304800"/>
                </a:cubicBezTo>
                <a:cubicBezTo>
                  <a:pt x="101600" y="325828"/>
                  <a:pt x="124363" y="342900"/>
                  <a:pt x="152400" y="342900"/>
                </a:cubicBezTo>
                <a:cubicBezTo>
                  <a:pt x="180437" y="342900"/>
                  <a:pt x="203200" y="325828"/>
                  <a:pt x="203200" y="304800"/>
                </a:cubicBezTo>
                <a:close/>
                <a:moveTo>
                  <a:pt x="254000" y="304800"/>
                </a:moveTo>
                <a:cubicBezTo>
                  <a:pt x="254000" y="320635"/>
                  <a:pt x="270986" y="333375"/>
                  <a:pt x="292100" y="333375"/>
                </a:cubicBezTo>
                <a:lnTo>
                  <a:pt x="469900" y="333375"/>
                </a:lnTo>
                <a:cubicBezTo>
                  <a:pt x="491014" y="333375"/>
                  <a:pt x="508000" y="320635"/>
                  <a:pt x="508000" y="304800"/>
                </a:cubicBezTo>
                <a:cubicBezTo>
                  <a:pt x="508000" y="288965"/>
                  <a:pt x="491014" y="276225"/>
                  <a:pt x="469900" y="276225"/>
                </a:cubicBezTo>
                <a:lnTo>
                  <a:pt x="292100" y="276225"/>
                </a:lnTo>
                <a:cubicBezTo>
                  <a:pt x="270986" y="276225"/>
                  <a:pt x="254000" y="288965"/>
                  <a:pt x="254000" y="304800"/>
                </a:cubicBezTo>
                <a:close/>
                <a:moveTo>
                  <a:pt x="254000" y="457200"/>
                </a:moveTo>
                <a:cubicBezTo>
                  <a:pt x="254000" y="473035"/>
                  <a:pt x="270986" y="485775"/>
                  <a:pt x="292100" y="485775"/>
                </a:cubicBezTo>
                <a:lnTo>
                  <a:pt x="469900" y="485775"/>
                </a:lnTo>
                <a:cubicBezTo>
                  <a:pt x="491014" y="485775"/>
                  <a:pt x="508000" y="473035"/>
                  <a:pt x="508000" y="457200"/>
                </a:cubicBezTo>
                <a:cubicBezTo>
                  <a:pt x="508000" y="441365"/>
                  <a:pt x="491014" y="428625"/>
                  <a:pt x="469900" y="428625"/>
                </a:cubicBezTo>
                <a:lnTo>
                  <a:pt x="292100" y="428625"/>
                </a:lnTo>
                <a:cubicBezTo>
                  <a:pt x="270986" y="428625"/>
                  <a:pt x="254000" y="441365"/>
                  <a:pt x="254000" y="457200"/>
                </a:cubicBezTo>
                <a:close/>
                <a:moveTo>
                  <a:pt x="152400" y="495300"/>
                </a:moveTo>
                <a:cubicBezTo>
                  <a:pt x="180437" y="495300"/>
                  <a:pt x="203200" y="478228"/>
                  <a:pt x="203200" y="457200"/>
                </a:cubicBezTo>
                <a:cubicBezTo>
                  <a:pt x="203200" y="436172"/>
                  <a:pt x="180437" y="419100"/>
                  <a:pt x="152400" y="419100"/>
                </a:cubicBezTo>
                <a:cubicBezTo>
                  <a:pt x="124363" y="419100"/>
                  <a:pt x="101600" y="436172"/>
                  <a:pt x="101600" y="457200"/>
                </a:cubicBezTo>
                <a:cubicBezTo>
                  <a:pt x="101600" y="478228"/>
                  <a:pt x="124363" y="495300"/>
                  <a:pt x="152400" y="495300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58420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Inquiry Forms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4000" y="6413500"/>
            <a:ext cx="546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Strategic lead capture forms placed for maximum conversion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SEO Basics &amp; Performance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8DDE4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78000"/>
            <a:ext cx="1016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build websites that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engines can find and rank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6350000" cy="482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51000" y="2794000"/>
            <a:ext cx="5588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SEO-Friendly Structure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clean URLs, hierarchy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 Tags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search visibility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 Descriptions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drive click-throughs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Visibility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indexing setup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 Loading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rankings and UX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001000" y="2540000"/>
            <a:ext cx="6985000" cy="482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0F1B31"/>
              </a:gs>
              <a:gs pos="100000">
                <a:srgbClr val="0F1B31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11049000" y="3048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619125" y="309563"/>
                </a:moveTo>
                <a:cubicBezTo>
                  <a:pt x="619125" y="377875"/>
                  <a:pt x="596950" y="440978"/>
                  <a:pt x="559594" y="492175"/>
                </a:cubicBezTo>
                <a:lnTo>
                  <a:pt x="748010" y="680740"/>
                </a:lnTo>
                <a:cubicBezTo>
                  <a:pt x="766614" y="699343"/>
                  <a:pt x="766614" y="729555"/>
                  <a:pt x="748010" y="748159"/>
                </a:cubicBezTo>
                <a:cubicBezTo>
                  <a:pt x="729407" y="766763"/>
                  <a:pt x="699195" y="766763"/>
                  <a:pt x="680591" y="748159"/>
                </a:cubicBezTo>
                <a:lnTo>
                  <a:pt x="492175" y="559594"/>
                </a:lnTo>
                <a:cubicBezTo>
                  <a:pt x="440978" y="596950"/>
                  <a:pt x="377875" y="619125"/>
                  <a:pt x="309563" y="619125"/>
                </a:cubicBezTo>
                <a:cubicBezTo>
                  <a:pt x="138559" y="619125"/>
                  <a:pt x="0" y="480566"/>
                  <a:pt x="0" y="309563"/>
                </a:cubicBezTo>
                <a:cubicBezTo>
                  <a:pt x="0" y="138559"/>
                  <a:pt x="138559" y="0"/>
                  <a:pt x="309563" y="0"/>
                </a:cubicBezTo>
                <a:cubicBezTo>
                  <a:pt x="480566" y="0"/>
                  <a:pt x="619125" y="138559"/>
                  <a:pt x="619125" y="309563"/>
                </a:cubicBezTo>
                <a:close/>
                <a:moveTo>
                  <a:pt x="309563" y="523875"/>
                </a:moveTo>
                <a:cubicBezTo>
                  <a:pt x="427845" y="523875"/>
                  <a:pt x="523875" y="427845"/>
                  <a:pt x="523875" y="309563"/>
                </a:cubicBezTo>
                <a:cubicBezTo>
                  <a:pt x="523875" y="191280"/>
                  <a:pt x="427845" y="95250"/>
                  <a:pt x="309563" y="95250"/>
                </a:cubicBezTo>
                <a:cubicBezTo>
                  <a:pt x="191280" y="95250"/>
                  <a:pt x="95250" y="191280"/>
                  <a:pt x="95250" y="309562"/>
                </a:cubicBezTo>
                <a:cubicBezTo>
                  <a:pt x="95250" y="427845"/>
                  <a:pt x="191280" y="523875"/>
                  <a:pt x="309562" y="523875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9" name="Text 7"/>
          <p:cNvSpPr/>
          <p:nvPr/>
        </p:nvSpPr>
        <p:spPr>
          <a:xfrm>
            <a:off x="8509000" y="4064000"/>
            <a:ext cx="596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Found = Business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509000" y="4826000"/>
            <a:ext cx="596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beautiful website means nothing if customers cannot find it. We ensure your business gets discovered.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09000" y="6477000"/>
            <a:ext cx="596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SEO is not optional — it is essential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Maintenance &amp; Ongoing Support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8DDE4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78000"/>
            <a:ext cx="1016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partnership continues after launch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We are your long-term digital partner.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4318000" cy="2159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51000" y="2857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494189" y="107613"/>
                </a:moveTo>
                <a:cubicBezTo>
                  <a:pt x="501562" y="99318"/>
                  <a:pt x="513883" y="101392"/>
                  <a:pt x="517569" y="112306"/>
                </a:cubicBezTo>
                <a:cubicBezTo>
                  <a:pt x="524166" y="131624"/>
                  <a:pt x="527756" y="152688"/>
                  <a:pt x="527756" y="174625"/>
                </a:cubicBezTo>
                <a:cubicBezTo>
                  <a:pt x="527756" y="271105"/>
                  <a:pt x="458294" y="349250"/>
                  <a:pt x="372533" y="349250"/>
                </a:cubicBezTo>
                <a:cubicBezTo>
                  <a:pt x="355556" y="349250"/>
                  <a:pt x="339161" y="346194"/>
                  <a:pt x="323832" y="340519"/>
                </a:cubicBezTo>
                <a:lnTo>
                  <a:pt x="142513" y="544503"/>
                </a:lnTo>
                <a:cubicBezTo>
                  <a:pt x="115253" y="575171"/>
                  <a:pt x="71014" y="575171"/>
                  <a:pt x="43753" y="544503"/>
                </a:cubicBezTo>
                <a:cubicBezTo>
                  <a:pt x="16492" y="513834"/>
                  <a:pt x="16492" y="464066"/>
                  <a:pt x="43753" y="433397"/>
                </a:cubicBezTo>
                <a:lnTo>
                  <a:pt x="225072" y="229414"/>
                </a:lnTo>
                <a:cubicBezTo>
                  <a:pt x="220028" y="212169"/>
                  <a:pt x="217311" y="193834"/>
                  <a:pt x="217311" y="174625"/>
                </a:cubicBezTo>
                <a:cubicBezTo>
                  <a:pt x="217311" y="78145"/>
                  <a:pt x="286773" y="0"/>
                  <a:pt x="372533" y="0"/>
                </a:cubicBezTo>
                <a:cubicBezTo>
                  <a:pt x="392033" y="0"/>
                  <a:pt x="410757" y="4038"/>
                  <a:pt x="427928" y="11460"/>
                </a:cubicBezTo>
                <a:cubicBezTo>
                  <a:pt x="437630" y="15607"/>
                  <a:pt x="439376" y="29468"/>
                  <a:pt x="432100" y="37763"/>
                </a:cubicBezTo>
                <a:lnTo>
                  <a:pt x="346049" y="134570"/>
                </a:lnTo>
                <a:cubicBezTo>
                  <a:pt x="343138" y="137845"/>
                  <a:pt x="341489" y="142319"/>
                  <a:pt x="341489" y="146903"/>
                </a:cubicBezTo>
                <a:lnTo>
                  <a:pt x="341489" y="192088"/>
                </a:lnTo>
                <a:cubicBezTo>
                  <a:pt x="341489" y="201692"/>
                  <a:pt x="348474" y="209550"/>
                  <a:pt x="357011" y="209550"/>
                </a:cubicBezTo>
                <a:lnTo>
                  <a:pt x="397175" y="209550"/>
                </a:lnTo>
                <a:cubicBezTo>
                  <a:pt x="401249" y="209550"/>
                  <a:pt x="405227" y="207695"/>
                  <a:pt x="408137" y="204420"/>
                </a:cubicBezTo>
                <a:lnTo>
                  <a:pt x="494189" y="107613"/>
                </a:ln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7" name="Text 5"/>
          <p:cNvSpPr/>
          <p:nvPr/>
        </p:nvSpPr>
        <p:spPr>
          <a:xfrm>
            <a:off x="2413000" y="28575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Bug Fixes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51000" y="34925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Smooth operations with prompt fixes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69000" y="2540000"/>
            <a:ext cx="4318000" cy="2159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0000" y="2857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279400"/>
                </a:moveTo>
                <a:cubicBezTo>
                  <a:pt x="0" y="125195"/>
                  <a:pt x="125195" y="0"/>
                  <a:pt x="279400" y="0"/>
                </a:cubicBezTo>
                <a:cubicBezTo>
                  <a:pt x="433605" y="0"/>
                  <a:pt x="558800" y="125195"/>
                  <a:pt x="558800" y="279400"/>
                </a:cubicBezTo>
                <a:cubicBezTo>
                  <a:pt x="558800" y="433605"/>
                  <a:pt x="433605" y="558800"/>
                  <a:pt x="279400" y="558800"/>
                </a:cubicBezTo>
                <a:cubicBezTo>
                  <a:pt x="125195" y="558800"/>
                  <a:pt x="0" y="433605"/>
                  <a:pt x="0" y="279400"/>
                </a:cubicBezTo>
                <a:close/>
                <a:moveTo>
                  <a:pt x="314325" y="104775"/>
                </a:moveTo>
                <a:cubicBezTo>
                  <a:pt x="314325" y="85499"/>
                  <a:pt x="298676" y="69850"/>
                  <a:pt x="279400" y="69850"/>
                </a:cubicBezTo>
                <a:cubicBezTo>
                  <a:pt x="260124" y="69850"/>
                  <a:pt x="244475" y="85499"/>
                  <a:pt x="244475" y="104775"/>
                </a:cubicBezTo>
                <a:cubicBezTo>
                  <a:pt x="244475" y="124051"/>
                  <a:pt x="260124" y="139700"/>
                  <a:pt x="279400" y="139700"/>
                </a:cubicBezTo>
                <a:cubicBezTo>
                  <a:pt x="298676" y="139700"/>
                  <a:pt x="314325" y="124051"/>
                  <a:pt x="314325" y="104775"/>
                </a:cubicBezTo>
                <a:close/>
                <a:moveTo>
                  <a:pt x="279400" y="454025"/>
                </a:moveTo>
                <a:cubicBezTo>
                  <a:pt x="317927" y="454025"/>
                  <a:pt x="349250" y="422702"/>
                  <a:pt x="349250" y="384175"/>
                </a:cubicBezTo>
                <a:cubicBezTo>
                  <a:pt x="349250" y="366494"/>
                  <a:pt x="342702" y="350232"/>
                  <a:pt x="331788" y="338009"/>
                </a:cubicBezTo>
                <a:lnTo>
                  <a:pt x="407640" y="186412"/>
                </a:lnTo>
                <a:cubicBezTo>
                  <a:pt x="414080" y="173424"/>
                  <a:pt x="408841" y="157708"/>
                  <a:pt x="395962" y="151269"/>
                </a:cubicBezTo>
                <a:cubicBezTo>
                  <a:pt x="383084" y="144830"/>
                  <a:pt x="367258" y="150068"/>
                  <a:pt x="360819" y="162947"/>
                </a:cubicBezTo>
                <a:lnTo>
                  <a:pt x="284966" y="314543"/>
                </a:lnTo>
                <a:cubicBezTo>
                  <a:pt x="283111" y="314434"/>
                  <a:pt x="281255" y="314325"/>
                  <a:pt x="279400" y="314325"/>
                </a:cubicBezTo>
                <a:cubicBezTo>
                  <a:pt x="240873" y="314325"/>
                  <a:pt x="209550" y="345648"/>
                  <a:pt x="209550" y="384175"/>
                </a:cubicBezTo>
                <a:cubicBezTo>
                  <a:pt x="209550" y="422702"/>
                  <a:pt x="240873" y="454025"/>
                  <a:pt x="279400" y="454025"/>
                </a:cubicBezTo>
                <a:close/>
                <a:moveTo>
                  <a:pt x="192088" y="157163"/>
                </a:moveTo>
                <a:cubicBezTo>
                  <a:pt x="192088" y="137887"/>
                  <a:pt x="176438" y="122238"/>
                  <a:pt x="157163" y="122238"/>
                </a:cubicBezTo>
                <a:cubicBezTo>
                  <a:pt x="137887" y="122238"/>
                  <a:pt x="122238" y="137887"/>
                  <a:pt x="122238" y="157163"/>
                </a:cubicBezTo>
                <a:cubicBezTo>
                  <a:pt x="122238" y="176438"/>
                  <a:pt x="137887" y="192088"/>
                  <a:pt x="157163" y="192088"/>
                </a:cubicBezTo>
                <a:cubicBezTo>
                  <a:pt x="176438" y="192088"/>
                  <a:pt x="192088" y="176438"/>
                  <a:pt x="192088" y="157163"/>
                </a:cubicBezTo>
                <a:close/>
                <a:moveTo>
                  <a:pt x="104775" y="314325"/>
                </a:moveTo>
                <a:cubicBezTo>
                  <a:pt x="124051" y="314325"/>
                  <a:pt x="139700" y="298676"/>
                  <a:pt x="139700" y="279400"/>
                </a:cubicBezTo>
                <a:cubicBezTo>
                  <a:pt x="139700" y="260124"/>
                  <a:pt x="124051" y="244475"/>
                  <a:pt x="104775" y="244475"/>
                </a:cubicBezTo>
                <a:cubicBezTo>
                  <a:pt x="85499" y="244475"/>
                  <a:pt x="69850" y="260124"/>
                  <a:pt x="69850" y="279400"/>
                </a:cubicBezTo>
                <a:cubicBezTo>
                  <a:pt x="69850" y="298676"/>
                  <a:pt x="85499" y="314325"/>
                  <a:pt x="104775" y="314325"/>
                </a:cubicBezTo>
                <a:close/>
                <a:moveTo>
                  <a:pt x="488950" y="279400"/>
                </a:moveTo>
                <a:cubicBezTo>
                  <a:pt x="488950" y="260124"/>
                  <a:pt x="473301" y="244475"/>
                  <a:pt x="454025" y="244475"/>
                </a:cubicBezTo>
                <a:cubicBezTo>
                  <a:pt x="434749" y="244475"/>
                  <a:pt x="419100" y="260124"/>
                  <a:pt x="419100" y="279400"/>
                </a:cubicBezTo>
                <a:cubicBezTo>
                  <a:pt x="419100" y="298676"/>
                  <a:pt x="434749" y="314325"/>
                  <a:pt x="454025" y="314325"/>
                </a:cubicBezTo>
                <a:cubicBezTo>
                  <a:pt x="473301" y="314325"/>
                  <a:pt x="488950" y="298676"/>
                  <a:pt x="488950" y="279400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1" name="Text 9"/>
          <p:cNvSpPr/>
          <p:nvPr/>
        </p:nvSpPr>
        <p:spPr>
          <a:xfrm>
            <a:off x="7112000" y="28575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Monitoring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0000" y="34925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Speed and uptime monitoring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2540000"/>
            <a:ext cx="4318000" cy="2159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049000" y="2857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514707" y="23684"/>
                </a:moveTo>
                <a:cubicBezTo>
                  <a:pt x="490805" y="-218"/>
                  <a:pt x="452170" y="-218"/>
                  <a:pt x="428268" y="23684"/>
                </a:cubicBezTo>
                <a:lnTo>
                  <a:pt x="401637" y="50314"/>
                </a:lnTo>
                <a:lnTo>
                  <a:pt x="508486" y="157163"/>
                </a:lnTo>
                <a:lnTo>
                  <a:pt x="535116" y="130532"/>
                </a:lnTo>
                <a:cubicBezTo>
                  <a:pt x="559018" y="106630"/>
                  <a:pt x="559018" y="67995"/>
                  <a:pt x="535116" y="44093"/>
                </a:cubicBezTo>
                <a:lnTo>
                  <a:pt x="514707" y="23684"/>
                </a:lnTo>
                <a:close/>
                <a:moveTo>
                  <a:pt x="188158" y="263793"/>
                </a:moveTo>
                <a:cubicBezTo>
                  <a:pt x="181501" y="270450"/>
                  <a:pt x="176371" y="278636"/>
                  <a:pt x="173424" y="287695"/>
                </a:cubicBezTo>
                <a:lnTo>
                  <a:pt x="141119" y="384612"/>
                </a:lnTo>
                <a:cubicBezTo>
                  <a:pt x="137954" y="393998"/>
                  <a:pt x="140464" y="404366"/>
                  <a:pt x="147449" y="411460"/>
                </a:cubicBezTo>
                <a:cubicBezTo>
                  <a:pt x="154434" y="418554"/>
                  <a:pt x="164802" y="420955"/>
                  <a:pt x="174298" y="417790"/>
                </a:cubicBezTo>
                <a:lnTo>
                  <a:pt x="271214" y="385485"/>
                </a:lnTo>
                <a:cubicBezTo>
                  <a:pt x="280164" y="382538"/>
                  <a:pt x="288350" y="377408"/>
                  <a:pt x="295116" y="370751"/>
                </a:cubicBezTo>
                <a:lnTo>
                  <a:pt x="471488" y="194161"/>
                </a:lnTo>
                <a:lnTo>
                  <a:pt x="364639" y="87313"/>
                </a:lnTo>
                <a:lnTo>
                  <a:pt x="188158" y="263793"/>
                </a:lnTo>
                <a:close/>
                <a:moveTo>
                  <a:pt x="104775" y="69850"/>
                </a:moveTo>
                <a:cubicBezTo>
                  <a:pt x="46930" y="69850"/>
                  <a:pt x="0" y="116780"/>
                  <a:pt x="0" y="174625"/>
                </a:cubicBezTo>
                <a:lnTo>
                  <a:pt x="0" y="454025"/>
                </a:lnTo>
                <a:cubicBezTo>
                  <a:pt x="0" y="511870"/>
                  <a:pt x="46930" y="558800"/>
                  <a:pt x="104775" y="558800"/>
                </a:cubicBezTo>
                <a:lnTo>
                  <a:pt x="384175" y="558800"/>
                </a:lnTo>
                <a:cubicBezTo>
                  <a:pt x="442020" y="558800"/>
                  <a:pt x="488950" y="511870"/>
                  <a:pt x="488950" y="454025"/>
                </a:cubicBezTo>
                <a:lnTo>
                  <a:pt x="488950" y="349250"/>
                </a:lnTo>
                <a:cubicBezTo>
                  <a:pt x="488950" y="329932"/>
                  <a:pt x="473343" y="314325"/>
                  <a:pt x="454025" y="314325"/>
                </a:cubicBezTo>
                <a:cubicBezTo>
                  <a:pt x="434707" y="314325"/>
                  <a:pt x="419100" y="329932"/>
                  <a:pt x="419100" y="349250"/>
                </a:cubicBezTo>
                <a:lnTo>
                  <a:pt x="419100" y="454025"/>
                </a:lnTo>
                <a:cubicBezTo>
                  <a:pt x="419100" y="473343"/>
                  <a:pt x="403493" y="488950"/>
                  <a:pt x="384175" y="488950"/>
                </a:cubicBezTo>
                <a:lnTo>
                  <a:pt x="104775" y="488950"/>
                </a:lnTo>
                <a:cubicBezTo>
                  <a:pt x="85457" y="488950"/>
                  <a:pt x="69850" y="473343"/>
                  <a:pt x="69850" y="454025"/>
                </a:cubicBezTo>
                <a:lnTo>
                  <a:pt x="69850" y="174625"/>
                </a:lnTo>
                <a:cubicBezTo>
                  <a:pt x="69850" y="155307"/>
                  <a:pt x="85457" y="139700"/>
                  <a:pt x="104775" y="139700"/>
                </a:cubicBezTo>
                <a:lnTo>
                  <a:pt x="209550" y="139700"/>
                </a:lnTo>
                <a:cubicBezTo>
                  <a:pt x="228868" y="139700"/>
                  <a:pt x="244475" y="124093"/>
                  <a:pt x="244475" y="104775"/>
                </a:cubicBezTo>
                <a:cubicBezTo>
                  <a:pt x="244475" y="85457"/>
                  <a:pt x="228868" y="69850"/>
                  <a:pt x="209550" y="69850"/>
                </a:cubicBezTo>
                <a:lnTo>
                  <a:pt x="104775" y="69850"/>
                </a:ln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11000" y="28575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 Updates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049000" y="34925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Keep your website information current and relevant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70000" y="5080000"/>
            <a:ext cx="4318000" cy="2159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51000" y="5397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34925" y="69850"/>
                </a:moveTo>
                <a:cubicBezTo>
                  <a:pt x="15607" y="69850"/>
                  <a:pt x="0" y="85457"/>
                  <a:pt x="0" y="104775"/>
                </a:cubicBezTo>
                <a:cubicBezTo>
                  <a:pt x="0" y="124093"/>
                  <a:pt x="15607" y="139700"/>
                  <a:pt x="34925" y="139700"/>
                </a:cubicBezTo>
                <a:lnTo>
                  <a:pt x="129550" y="139700"/>
                </a:lnTo>
                <a:cubicBezTo>
                  <a:pt x="142974" y="170587"/>
                  <a:pt x="173752" y="192088"/>
                  <a:pt x="209550" y="192088"/>
                </a:cubicBezTo>
                <a:cubicBezTo>
                  <a:pt x="245348" y="192088"/>
                  <a:pt x="276126" y="170587"/>
                  <a:pt x="289550" y="139700"/>
                </a:cubicBezTo>
                <a:lnTo>
                  <a:pt x="523875" y="139700"/>
                </a:lnTo>
                <a:cubicBezTo>
                  <a:pt x="543193" y="139700"/>
                  <a:pt x="558800" y="124093"/>
                  <a:pt x="558800" y="104775"/>
                </a:cubicBezTo>
                <a:cubicBezTo>
                  <a:pt x="558800" y="85457"/>
                  <a:pt x="543193" y="69850"/>
                  <a:pt x="523875" y="69850"/>
                </a:cubicBezTo>
                <a:lnTo>
                  <a:pt x="289550" y="69850"/>
                </a:lnTo>
                <a:cubicBezTo>
                  <a:pt x="276126" y="38963"/>
                  <a:pt x="245348" y="17463"/>
                  <a:pt x="209550" y="17463"/>
                </a:cubicBezTo>
                <a:cubicBezTo>
                  <a:pt x="173752" y="17463"/>
                  <a:pt x="142974" y="38963"/>
                  <a:pt x="129550" y="69850"/>
                </a:cubicBezTo>
                <a:lnTo>
                  <a:pt x="34925" y="69850"/>
                </a:lnTo>
                <a:close/>
                <a:moveTo>
                  <a:pt x="34925" y="244475"/>
                </a:moveTo>
                <a:cubicBezTo>
                  <a:pt x="15607" y="244475"/>
                  <a:pt x="0" y="260082"/>
                  <a:pt x="0" y="279400"/>
                </a:cubicBezTo>
                <a:cubicBezTo>
                  <a:pt x="0" y="298718"/>
                  <a:pt x="15607" y="314325"/>
                  <a:pt x="34925" y="314325"/>
                </a:cubicBezTo>
                <a:lnTo>
                  <a:pt x="304175" y="314325"/>
                </a:lnTo>
                <a:cubicBezTo>
                  <a:pt x="317599" y="345212"/>
                  <a:pt x="348377" y="366713"/>
                  <a:pt x="384175" y="366713"/>
                </a:cubicBezTo>
                <a:cubicBezTo>
                  <a:pt x="419973" y="366713"/>
                  <a:pt x="450751" y="345212"/>
                  <a:pt x="464175" y="314325"/>
                </a:cubicBezTo>
                <a:lnTo>
                  <a:pt x="523875" y="314325"/>
                </a:lnTo>
                <a:cubicBezTo>
                  <a:pt x="543193" y="314325"/>
                  <a:pt x="558800" y="298718"/>
                  <a:pt x="558800" y="279400"/>
                </a:cubicBezTo>
                <a:cubicBezTo>
                  <a:pt x="558800" y="260082"/>
                  <a:pt x="543193" y="244475"/>
                  <a:pt x="523875" y="244475"/>
                </a:cubicBezTo>
                <a:lnTo>
                  <a:pt x="464175" y="244475"/>
                </a:lnTo>
                <a:cubicBezTo>
                  <a:pt x="450751" y="213588"/>
                  <a:pt x="419973" y="192088"/>
                  <a:pt x="384175" y="192088"/>
                </a:cubicBezTo>
                <a:cubicBezTo>
                  <a:pt x="348377" y="192088"/>
                  <a:pt x="317599" y="213588"/>
                  <a:pt x="304175" y="244475"/>
                </a:cubicBezTo>
                <a:lnTo>
                  <a:pt x="34925" y="244475"/>
                </a:lnTo>
                <a:close/>
                <a:moveTo>
                  <a:pt x="34925" y="419100"/>
                </a:moveTo>
                <a:cubicBezTo>
                  <a:pt x="15607" y="419100"/>
                  <a:pt x="0" y="434707"/>
                  <a:pt x="0" y="454025"/>
                </a:cubicBezTo>
                <a:cubicBezTo>
                  <a:pt x="0" y="473343"/>
                  <a:pt x="15607" y="488950"/>
                  <a:pt x="34925" y="488950"/>
                </a:cubicBezTo>
                <a:lnTo>
                  <a:pt x="94625" y="488950"/>
                </a:lnTo>
                <a:cubicBezTo>
                  <a:pt x="108049" y="519837"/>
                  <a:pt x="138827" y="541338"/>
                  <a:pt x="174625" y="541338"/>
                </a:cubicBezTo>
                <a:cubicBezTo>
                  <a:pt x="210423" y="541338"/>
                  <a:pt x="241201" y="519837"/>
                  <a:pt x="254625" y="488950"/>
                </a:cubicBezTo>
                <a:lnTo>
                  <a:pt x="523875" y="488950"/>
                </a:lnTo>
                <a:cubicBezTo>
                  <a:pt x="543193" y="488950"/>
                  <a:pt x="558800" y="473343"/>
                  <a:pt x="558800" y="454025"/>
                </a:cubicBezTo>
                <a:cubicBezTo>
                  <a:pt x="558800" y="434707"/>
                  <a:pt x="543193" y="419100"/>
                  <a:pt x="523875" y="419100"/>
                </a:cubicBezTo>
                <a:lnTo>
                  <a:pt x="254625" y="419100"/>
                </a:lnTo>
                <a:cubicBezTo>
                  <a:pt x="241201" y="388213"/>
                  <a:pt x="210423" y="366713"/>
                  <a:pt x="174625" y="366713"/>
                </a:cubicBezTo>
                <a:cubicBezTo>
                  <a:pt x="138827" y="366713"/>
                  <a:pt x="108049" y="388213"/>
                  <a:pt x="94625" y="419100"/>
                </a:cubicBezTo>
                <a:lnTo>
                  <a:pt x="34925" y="419100"/>
                </a:ln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9" name="Text 17"/>
          <p:cNvSpPr/>
          <p:nvPr/>
        </p:nvSpPr>
        <p:spPr>
          <a:xfrm>
            <a:off x="2413000" y="53975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Small Changes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51000" y="60325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 your website as your business evolves over time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969000" y="5080000"/>
            <a:ext cx="4318000" cy="2159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0000" y="5397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79400" y="69850"/>
                </a:moveTo>
                <a:cubicBezTo>
                  <a:pt x="180862" y="69850"/>
                  <a:pt x="98913" y="132388"/>
                  <a:pt x="82697" y="214680"/>
                </a:cubicBezTo>
                <a:cubicBezTo>
                  <a:pt x="94298" y="211405"/>
                  <a:pt x="106771" y="209550"/>
                  <a:pt x="119743" y="209550"/>
                </a:cubicBezTo>
                <a:lnTo>
                  <a:pt x="139700" y="209550"/>
                </a:lnTo>
                <a:cubicBezTo>
                  <a:pt x="172754" y="209550"/>
                  <a:pt x="199571" y="233015"/>
                  <a:pt x="199571" y="261938"/>
                </a:cubicBezTo>
                <a:lnTo>
                  <a:pt x="199571" y="366713"/>
                </a:lnTo>
                <a:cubicBezTo>
                  <a:pt x="199571" y="395635"/>
                  <a:pt x="172754" y="419100"/>
                  <a:pt x="139700" y="419100"/>
                </a:cubicBezTo>
                <a:lnTo>
                  <a:pt x="119743" y="419100"/>
                </a:lnTo>
                <a:cubicBezTo>
                  <a:pt x="53635" y="419100"/>
                  <a:pt x="0" y="372170"/>
                  <a:pt x="0" y="314325"/>
                </a:cubicBezTo>
                <a:lnTo>
                  <a:pt x="0" y="244475"/>
                </a:lnTo>
                <a:cubicBezTo>
                  <a:pt x="0" y="109468"/>
                  <a:pt x="125106" y="0"/>
                  <a:pt x="279400" y="0"/>
                </a:cubicBezTo>
                <a:cubicBezTo>
                  <a:pt x="433694" y="0"/>
                  <a:pt x="558800" y="109468"/>
                  <a:pt x="558800" y="244475"/>
                </a:cubicBezTo>
                <a:lnTo>
                  <a:pt x="558800" y="427940"/>
                </a:lnTo>
                <a:cubicBezTo>
                  <a:pt x="558800" y="500301"/>
                  <a:pt x="491694" y="558909"/>
                  <a:pt x="408997" y="558909"/>
                </a:cubicBezTo>
                <a:lnTo>
                  <a:pt x="299357" y="558800"/>
                </a:lnTo>
                <a:lnTo>
                  <a:pt x="259443" y="558800"/>
                </a:lnTo>
                <a:cubicBezTo>
                  <a:pt x="226389" y="558800"/>
                  <a:pt x="199571" y="535335"/>
                  <a:pt x="199571" y="506413"/>
                </a:cubicBezTo>
                <a:cubicBezTo>
                  <a:pt x="199571" y="477490"/>
                  <a:pt x="226389" y="454025"/>
                  <a:pt x="259443" y="454025"/>
                </a:cubicBezTo>
                <a:lnTo>
                  <a:pt x="299357" y="454025"/>
                </a:lnTo>
                <a:cubicBezTo>
                  <a:pt x="332411" y="454025"/>
                  <a:pt x="359229" y="477490"/>
                  <a:pt x="359229" y="506413"/>
                </a:cubicBezTo>
                <a:lnTo>
                  <a:pt x="359229" y="506413"/>
                </a:lnTo>
                <a:lnTo>
                  <a:pt x="409121" y="506413"/>
                </a:lnTo>
                <a:cubicBezTo>
                  <a:pt x="458765" y="506413"/>
                  <a:pt x="498929" y="471269"/>
                  <a:pt x="498929" y="427831"/>
                </a:cubicBezTo>
                <a:lnTo>
                  <a:pt x="498929" y="405021"/>
                </a:lnTo>
                <a:cubicBezTo>
                  <a:pt x="481341" y="413970"/>
                  <a:pt x="460885" y="418991"/>
                  <a:pt x="439057" y="418991"/>
                </a:cubicBezTo>
                <a:lnTo>
                  <a:pt x="419100" y="418991"/>
                </a:lnTo>
                <a:cubicBezTo>
                  <a:pt x="386046" y="418991"/>
                  <a:pt x="359229" y="395526"/>
                  <a:pt x="359229" y="366603"/>
                </a:cubicBezTo>
                <a:lnTo>
                  <a:pt x="359229" y="261828"/>
                </a:lnTo>
                <a:cubicBezTo>
                  <a:pt x="359229" y="232906"/>
                  <a:pt x="386046" y="209441"/>
                  <a:pt x="419100" y="209441"/>
                </a:cubicBezTo>
                <a:lnTo>
                  <a:pt x="439057" y="209441"/>
                </a:lnTo>
                <a:cubicBezTo>
                  <a:pt x="452029" y="209441"/>
                  <a:pt x="464378" y="211187"/>
                  <a:pt x="476103" y="214570"/>
                </a:cubicBezTo>
                <a:cubicBezTo>
                  <a:pt x="459887" y="132388"/>
                  <a:pt x="378063" y="69741"/>
                  <a:pt x="279400" y="69741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23" name="Text 21"/>
          <p:cNvSpPr/>
          <p:nvPr/>
        </p:nvSpPr>
        <p:spPr>
          <a:xfrm>
            <a:off x="7112000" y="53975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Technical Support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350000" y="60325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Assistance when you need it from our dedicated team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668000" y="5080000"/>
            <a:ext cx="4318000" cy="2159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0F1B31"/>
              </a:gs>
              <a:gs pos="100000">
                <a:srgbClr val="0F1B31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6" name="Shape 24"/>
          <p:cNvSpPr/>
          <p:nvPr/>
        </p:nvSpPr>
        <p:spPr>
          <a:xfrm>
            <a:off x="11049000" y="5397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79400" y="0"/>
                </a:moveTo>
                <a:cubicBezTo>
                  <a:pt x="284420" y="0"/>
                  <a:pt x="289441" y="1091"/>
                  <a:pt x="294025" y="3165"/>
                </a:cubicBezTo>
                <a:lnTo>
                  <a:pt x="499646" y="90368"/>
                </a:lnTo>
                <a:cubicBezTo>
                  <a:pt x="523657" y="100519"/>
                  <a:pt x="541556" y="124202"/>
                  <a:pt x="541447" y="152797"/>
                </a:cubicBezTo>
                <a:cubicBezTo>
                  <a:pt x="540901" y="261064"/>
                  <a:pt x="496372" y="459155"/>
                  <a:pt x="308322" y="549196"/>
                </a:cubicBezTo>
                <a:cubicBezTo>
                  <a:pt x="290096" y="557927"/>
                  <a:pt x="268923" y="557927"/>
                  <a:pt x="250696" y="549196"/>
                </a:cubicBezTo>
                <a:cubicBezTo>
                  <a:pt x="62538" y="459155"/>
                  <a:pt x="18117" y="261064"/>
                  <a:pt x="17572" y="152797"/>
                </a:cubicBezTo>
                <a:cubicBezTo>
                  <a:pt x="17462" y="124202"/>
                  <a:pt x="35362" y="100519"/>
                  <a:pt x="59372" y="90368"/>
                </a:cubicBezTo>
                <a:lnTo>
                  <a:pt x="264884" y="3165"/>
                </a:lnTo>
                <a:cubicBezTo>
                  <a:pt x="269468" y="1091"/>
                  <a:pt x="274380" y="0"/>
                  <a:pt x="279400" y="0"/>
                </a:cubicBezTo>
                <a:close/>
                <a:moveTo>
                  <a:pt x="279400" y="72906"/>
                </a:moveTo>
                <a:lnTo>
                  <a:pt x="279400" y="485567"/>
                </a:lnTo>
                <a:cubicBezTo>
                  <a:pt x="430014" y="412661"/>
                  <a:pt x="470505" y="251133"/>
                  <a:pt x="471488" y="154434"/>
                </a:cubicBezTo>
                <a:lnTo>
                  <a:pt x="279400" y="73015"/>
                </a:lnTo>
                <a:lnTo>
                  <a:pt x="279400" y="73015"/>
                </a:ln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27" name="Text 25"/>
          <p:cNvSpPr/>
          <p:nvPr/>
        </p:nvSpPr>
        <p:spPr>
          <a:xfrm>
            <a:off x="11811000" y="53975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Maintenance Support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049000" y="60325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Long-term peace of mind with proactive care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70000" y="7620000"/>
            <a:ext cx="13716000" cy="635000"/>
          </a:xfrm>
          <a:prstGeom prst="roundRect">
            <a:avLst>
              <a:gd name="adj" fmla="val 8000"/>
            </a:avLst>
          </a:prstGeom>
          <a:solidFill>
            <a:srgbClr val="0F1B31">
              <a:alpha val="5098"/>
            </a:srgbClr>
          </a:solidFill>
          <a:ln w="12700">
            <a:solidFill>
              <a:srgbClr val="D8DD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78000" y="76835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 just a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one-time service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we are your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long-term digital partner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C8D4E0"/>
              </a:gs>
              <a:gs pos="50000">
                <a:srgbClr val="C8D4E3">
                  <a:alpha val="31000"/>
                </a:srgbClr>
              </a:gs>
              <a:gs pos="100000">
                <a:srgbClr val="0F1B31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EW-PRISM Framework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Our proprietary 5-phase methodology that transforms ideas into high-performing digital platforms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EW-PRISM — Our Proprietary Framework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8DDE4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841500"/>
            <a:ext cx="13716000" cy="1016000"/>
          </a:xfrm>
          <a:prstGeom prst="roundRect">
            <a:avLst>
              <a:gd name="adj" fmla="val 8000"/>
            </a:avLst>
          </a:prstGeom>
          <a:solidFill>
            <a:srgbClr val="0F1B31"/>
          </a:solidFill>
          <a:ln/>
        </p:spPr>
      </p:sp>
      <p:sp>
        <p:nvSpPr>
          <p:cNvPr id="5" name="Text 3"/>
          <p:cNvSpPr/>
          <p:nvPr/>
        </p:nvSpPr>
        <p:spPr>
          <a:xfrm>
            <a:off x="1778000" y="19050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 do not just build websites. We run every project through </a:t>
            </a:r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EW-PRISM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our 5-phase system that turns your idea into a website that </a:t>
            </a:r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performs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not just exists.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0000" y="3302000"/>
            <a:ext cx="2540000" cy="304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70000" y="3429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397000" y="42545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PULSE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97000" y="4699000"/>
            <a:ext cx="228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 your business deeply before building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64000" y="3302000"/>
            <a:ext cx="2540000" cy="304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64000" y="3429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191000" y="42545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REFLECT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91000" y="4699000"/>
            <a:ext cx="228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Plan wireframes and user flows before development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0" y="3302000"/>
            <a:ext cx="2540000" cy="304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3429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985000" y="42545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IGNITE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85000" y="4699000"/>
            <a:ext cx="228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Develop with precision using modern technologies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52000" y="3302000"/>
            <a:ext cx="2540000" cy="304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52000" y="3429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9779000" y="42545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SHARPEN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779000" y="4699000"/>
            <a:ext cx="228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Refine through feedback and optimization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446000" y="3302000"/>
            <a:ext cx="2540000" cy="3048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0F1B31"/>
              </a:gs>
              <a:gs pos="100000">
                <a:srgbClr val="0F1B31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3" name="Text 21"/>
          <p:cNvSpPr/>
          <p:nvPr/>
        </p:nvSpPr>
        <p:spPr>
          <a:xfrm>
            <a:off x="12446000" y="3429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12573000" y="42545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MOMENTUM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573000" y="4699000"/>
            <a:ext cx="228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Launch and sustain long-term growth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70000" y="67310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project goes through our proprietary workflow.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EW-PRISM ensures nothing is missed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from understanding your business to delivering a website that drives real results.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PULSE &amp; REFLECT — Discovery &amp; Planning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8DDE4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731000" cy="5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1270000" cy="457200"/>
          </a:xfrm>
          <a:prstGeom prst="roundRect">
            <a:avLst>
              <a:gd name="adj" fmla="val 20000"/>
            </a:avLst>
          </a:prstGeom>
          <a:solidFill>
            <a:srgbClr val="E85D3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159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84500" y="21336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PULSE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24000" y="2794000"/>
            <a:ext cx="622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your business deeply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24000" y="3365500"/>
            <a:ext cx="6223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Business goals and long-term vision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Customer audience and their behaviors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Problems your business currently faces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Success metrics and KPIs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Why the website is needed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i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listen before we build.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55000" y="1905000"/>
            <a:ext cx="6731000" cy="5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509000" y="2159000"/>
            <a:ext cx="1270000" cy="457200"/>
          </a:xfrm>
          <a:prstGeom prst="roundRect">
            <a:avLst>
              <a:gd name="adj" fmla="val 20000"/>
            </a:avLst>
          </a:prstGeom>
          <a:solidFill>
            <a:srgbClr val="0F1B31"/>
          </a:solidFill>
          <a:ln/>
        </p:spPr>
      </p:sp>
      <p:sp>
        <p:nvSpPr>
          <p:cNvPr id="12" name="Text 10"/>
          <p:cNvSpPr/>
          <p:nvPr/>
        </p:nvSpPr>
        <p:spPr>
          <a:xfrm>
            <a:off x="8509000" y="2159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69500" y="21336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REFLECT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509000" y="2794000"/>
            <a:ext cx="622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Planning before building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09000" y="3365500"/>
            <a:ext cx="6223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Wireframe creation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Layout planning and structure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User flow planning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Visual concept discussion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i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 see your vision clearly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i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a single line of code is written.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270000" y="7302500"/>
            <a:ext cx="13716000" cy="762000"/>
          </a:xfrm>
          <a:prstGeom prst="roundRect">
            <a:avLst>
              <a:gd name="adj" fmla="val 8000"/>
            </a:avLst>
          </a:prstGeom>
          <a:solidFill>
            <a:srgbClr val="0F1B31"/>
          </a:solidFill>
          <a:ln/>
        </p:spPr>
      </p:sp>
      <p:sp>
        <p:nvSpPr>
          <p:cNvPr id="17" name="Text 15"/>
          <p:cNvSpPr/>
          <p:nvPr/>
        </p:nvSpPr>
        <p:spPr>
          <a:xfrm>
            <a:off x="1778000" y="7366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Discovery and planning ensure we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 the right thing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the first time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IGNITE &amp; SHARPEN — Build &amp; Refine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8DDE4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731000" cy="5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159000"/>
            <a:ext cx="1270000" cy="457200"/>
          </a:xfrm>
          <a:prstGeom prst="roundRect">
            <a:avLst>
              <a:gd name="adj" fmla="val 20000"/>
            </a:avLst>
          </a:prstGeom>
          <a:solidFill>
            <a:srgbClr val="E85D3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159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84500" y="21336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IGNITE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24000" y="2794000"/>
            <a:ext cx="622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Development with precision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24000" y="3365500"/>
            <a:ext cx="6223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Frontend development with modern tech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Clean and maintainable code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Responsive development for all devices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Performance-focused development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Interactive design implementation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i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ideas become reality.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55000" y="1905000"/>
            <a:ext cx="6731000" cy="5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509000" y="2159000"/>
            <a:ext cx="1270000" cy="457200"/>
          </a:xfrm>
          <a:prstGeom prst="roundRect">
            <a:avLst>
              <a:gd name="adj" fmla="val 20000"/>
            </a:avLst>
          </a:prstGeom>
          <a:solidFill>
            <a:srgbClr val="0F1B31"/>
          </a:solidFill>
          <a:ln/>
        </p:spPr>
      </p:sp>
      <p:sp>
        <p:nvSpPr>
          <p:cNvPr id="12" name="Text 10"/>
          <p:cNvSpPr/>
          <p:nvPr/>
        </p:nvSpPr>
        <p:spPr>
          <a:xfrm>
            <a:off x="8509000" y="2159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69500" y="21336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SHARPEN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509000" y="2794000"/>
            <a:ext cx="622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Refinement until perfect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09000" y="3365500"/>
            <a:ext cx="6223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 feedback incorporated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UI improvements and polish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Bug fixing and QA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Performance optimization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Testing across devices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i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is not enough.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i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refine until exceptional.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270000" y="7302500"/>
            <a:ext cx="13716000" cy="762000"/>
          </a:xfrm>
          <a:prstGeom prst="roundRect">
            <a:avLst>
              <a:gd name="adj" fmla="val 8000"/>
            </a:avLst>
          </a:prstGeom>
          <a:solidFill>
            <a:srgbClr val="0F1B31"/>
          </a:solidFill>
          <a:ln/>
        </p:spPr>
      </p:sp>
      <p:sp>
        <p:nvSpPr>
          <p:cNvPr id="17" name="Text 15"/>
          <p:cNvSpPr/>
          <p:nvPr/>
        </p:nvSpPr>
        <p:spPr>
          <a:xfrm>
            <a:off x="1778000" y="7366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Clean code meets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pixel-perfect design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through rigorous refinement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MOMENTUM — Launch &amp; Growth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8DDE4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524000" cy="508000"/>
          </a:xfrm>
          <a:prstGeom prst="roundRect">
            <a:avLst>
              <a:gd name="adj" fmla="val 20000"/>
            </a:avLst>
          </a:prstGeom>
          <a:solidFill>
            <a:srgbClr val="E85D3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1905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48000" y="18415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MOMENTUM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70000" y="2794000"/>
            <a:ext cx="6350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 Deployment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zero downtime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SEO Basics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search-ready from day one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 Optimization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peak performance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CTAs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maximum conversion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28000" y="2794000"/>
            <a:ext cx="6350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Setup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fully verified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Testing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QA before go-live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Ongoing Performance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continuous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Long-Term Support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your partner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270000" y="6985000"/>
            <a:ext cx="13716000" cy="1143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0F1B31"/>
              </a:gs>
              <a:gs pos="100000">
                <a:srgbClr val="0F1B31">
                  <a:alpha val="87000"/>
                </a:srgbClr>
              </a:gs>
            </a:gsLst>
            <a:lin ang="5400000" scaled="1"/>
          </a:gradFill>
          <a:ln/>
        </p:spPr>
      </p:sp>
      <p:sp>
        <p:nvSpPr>
          <p:cNvPr id="10" name="Text 8"/>
          <p:cNvSpPr/>
          <p:nvPr/>
        </p:nvSpPr>
        <p:spPr>
          <a:xfrm>
            <a:off x="1778000" y="70485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 ensure your digital platform is built not just to </a:t>
            </a:r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launch</a:t>
            </a:r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but to </a:t>
            </a:r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</a:t>
            </a:r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convert</a:t>
            </a:r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and support your </a:t>
            </a:r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business growth</a:t>
            </a:r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long-term.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C8D4E0"/>
              </a:gs>
              <a:gs pos="50000">
                <a:srgbClr val="C8D4E3">
                  <a:alpha val="31000"/>
                </a:srgbClr>
              </a:gs>
              <a:gs pos="100000">
                <a:srgbClr val="0F1B31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Experience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 you receive and the guarantees that back our commitment to excellence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Every Client Receives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8DDE4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350000" cy="64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 Modern Website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standards with contemporary design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Responsive Design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Flawless on every device and screen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 Website Performance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Optimized loading speeds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Customer Engagement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design for interaction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 Brand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 presence that elevates credibility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Easy Communication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WhatsApp, forms, contacts integrated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0" y="1905000"/>
            <a:ext cx="6350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SEO Friendly Structure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 for search discoverability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Smooth Deployment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Zero-stress launch with support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Reliable Technical Support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Assistance when you need it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Customer Trust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 presence builds confidence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Stronger Digital Presence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that drives business growth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Guarantee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8DDE4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78000"/>
            <a:ext cx="1016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 behind every project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our commitment to excellence.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4318000" cy="203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51000" y="2857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306716" y="-28267"/>
                </a:moveTo>
                <a:cubicBezTo>
                  <a:pt x="290002" y="-37217"/>
                  <a:pt x="268923" y="-37217"/>
                  <a:pt x="252208" y="-28267"/>
                </a:cubicBezTo>
                <a:cubicBezTo>
                  <a:pt x="221774" y="-12005"/>
                  <a:pt x="202939" y="-7640"/>
                  <a:pt x="167266" y="-8295"/>
                </a:cubicBezTo>
                <a:cubicBezTo>
                  <a:pt x="147683" y="-8731"/>
                  <a:pt x="129472" y="546"/>
                  <a:pt x="119992" y="15607"/>
                </a:cubicBezTo>
                <a:cubicBezTo>
                  <a:pt x="102904" y="43001"/>
                  <a:pt x="89059" y="55116"/>
                  <a:pt x="57751" y="70068"/>
                </a:cubicBezTo>
                <a:cubicBezTo>
                  <a:pt x="40538" y="78254"/>
                  <a:pt x="30060" y="94298"/>
                  <a:pt x="30435" y="111433"/>
                </a:cubicBezTo>
                <a:cubicBezTo>
                  <a:pt x="31308" y="142647"/>
                  <a:pt x="26194" y="159127"/>
                  <a:pt x="7609" y="185757"/>
                </a:cubicBezTo>
                <a:cubicBezTo>
                  <a:pt x="-2619" y="200382"/>
                  <a:pt x="-2619" y="218827"/>
                  <a:pt x="7609" y="233452"/>
                </a:cubicBezTo>
                <a:cubicBezTo>
                  <a:pt x="26194" y="260082"/>
                  <a:pt x="31183" y="276562"/>
                  <a:pt x="30435" y="307777"/>
                </a:cubicBezTo>
                <a:cubicBezTo>
                  <a:pt x="29936" y="324912"/>
                  <a:pt x="40538" y="340846"/>
                  <a:pt x="57751" y="349141"/>
                </a:cubicBezTo>
                <a:cubicBezTo>
                  <a:pt x="85317" y="362347"/>
                  <a:pt x="99287" y="373261"/>
                  <a:pt x="114005" y="394434"/>
                </a:cubicBezTo>
                <a:lnTo>
                  <a:pt x="53261" y="500410"/>
                </a:lnTo>
                <a:cubicBezTo>
                  <a:pt x="45901" y="513397"/>
                  <a:pt x="51889" y="529114"/>
                  <a:pt x="66607" y="535553"/>
                </a:cubicBezTo>
                <a:lnTo>
                  <a:pt x="173877" y="582484"/>
                </a:lnTo>
                <a:cubicBezTo>
                  <a:pt x="188221" y="588705"/>
                  <a:pt x="205683" y="584011"/>
                  <a:pt x="213417" y="571788"/>
                </a:cubicBezTo>
                <a:lnTo>
                  <a:pt x="279275" y="467995"/>
                </a:lnTo>
                <a:lnTo>
                  <a:pt x="345134" y="571788"/>
                </a:lnTo>
                <a:cubicBezTo>
                  <a:pt x="352867" y="584011"/>
                  <a:pt x="370330" y="588814"/>
                  <a:pt x="384674" y="582484"/>
                </a:cubicBezTo>
                <a:lnTo>
                  <a:pt x="491944" y="535553"/>
                </a:lnTo>
                <a:cubicBezTo>
                  <a:pt x="506787" y="529114"/>
                  <a:pt x="512774" y="513398"/>
                  <a:pt x="505290" y="500410"/>
                </a:cubicBezTo>
                <a:lnTo>
                  <a:pt x="444670" y="394325"/>
                </a:lnTo>
                <a:cubicBezTo>
                  <a:pt x="459264" y="373152"/>
                  <a:pt x="473358" y="362238"/>
                  <a:pt x="500924" y="349032"/>
                </a:cubicBezTo>
                <a:cubicBezTo>
                  <a:pt x="518137" y="340846"/>
                  <a:pt x="528615" y="324803"/>
                  <a:pt x="528241" y="307667"/>
                </a:cubicBezTo>
                <a:cubicBezTo>
                  <a:pt x="527367" y="276453"/>
                  <a:pt x="532482" y="259973"/>
                  <a:pt x="551067" y="233343"/>
                </a:cubicBezTo>
                <a:cubicBezTo>
                  <a:pt x="561295" y="218718"/>
                  <a:pt x="561295" y="200273"/>
                  <a:pt x="551067" y="185648"/>
                </a:cubicBezTo>
                <a:cubicBezTo>
                  <a:pt x="532482" y="159018"/>
                  <a:pt x="527492" y="142538"/>
                  <a:pt x="528241" y="111323"/>
                </a:cubicBezTo>
                <a:cubicBezTo>
                  <a:pt x="528740" y="94188"/>
                  <a:pt x="518137" y="78254"/>
                  <a:pt x="500924" y="69959"/>
                </a:cubicBezTo>
                <a:cubicBezTo>
                  <a:pt x="469617" y="55007"/>
                  <a:pt x="455771" y="42892"/>
                  <a:pt x="438683" y="15498"/>
                </a:cubicBezTo>
                <a:cubicBezTo>
                  <a:pt x="429328" y="437"/>
                  <a:pt x="410992" y="-8731"/>
                  <a:pt x="391409" y="-8404"/>
                </a:cubicBezTo>
                <a:cubicBezTo>
                  <a:pt x="355736" y="-7640"/>
                  <a:pt x="336902" y="-12115"/>
                  <a:pt x="306467" y="-28377"/>
                </a:cubicBezTo>
                <a:close/>
                <a:moveTo>
                  <a:pt x="279400" y="104775"/>
                </a:moveTo>
                <a:cubicBezTo>
                  <a:pt x="345488" y="104775"/>
                  <a:pt x="399143" y="151723"/>
                  <a:pt x="399143" y="209550"/>
                </a:cubicBezTo>
                <a:cubicBezTo>
                  <a:pt x="399143" y="267377"/>
                  <a:pt x="345488" y="314325"/>
                  <a:pt x="279400" y="314325"/>
                </a:cubicBezTo>
                <a:cubicBezTo>
                  <a:pt x="213312" y="314325"/>
                  <a:pt x="159657" y="267377"/>
                  <a:pt x="159657" y="209550"/>
                </a:cubicBezTo>
                <a:cubicBezTo>
                  <a:pt x="159657" y="151723"/>
                  <a:pt x="213312" y="104775"/>
                  <a:pt x="279400" y="104775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7" name="Text 5"/>
          <p:cNvSpPr/>
          <p:nvPr/>
        </p:nvSpPr>
        <p:spPr>
          <a:xfrm>
            <a:off x="2413000" y="28575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Quality Guarantee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51000" y="34925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Professional standards always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69000" y="2540000"/>
            <a:ext cx="4318000" cy="203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0000" y="2857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3283" y="69850"/>
                </a:moveTo>
                <a:cubicBezTo>
                  <a:pt x="23283" y="31323"/>
                  <a:pt x="65048" y="0"/>
                  <a:pt x="116417" y="0"/>
                </a:cubicBezTo>
                <a:lnTo>
                  <a:pt x="442383" y="0"/>
                </a:lnTo>
                <a:cubicBezTo>
                  <a:pt x="493752" y="0"/>
                  <a:pt x="535517" y="31323"/>
                  <a:pt x="535517" y="69850"/>
                </a:cubicBezTo>
                <a:lnTo>
                  <a:pt x="535517" y="488950"/>
                </a:lnTo>
                <a:cubicBezTo>
                  <a:pt x="535517" y="527477"/>
                  <a:pt x="493752" y="558800"/>
                  <a:pt x="442383" y="558800"/>
                </a:cubicBezTo>
                <a:lnTo>
                  <a:pt x="116417" y="558800"/>
                </a:lnTo>
                <a:cubicBezTo>
                  <a:pt x="65048" y="558800"/>
                  <a:pt x="23283" y="527477"/>
                  <a:pt x="23283" y="488950"/>
                </a:cubicBezTo>
                <a:lnTo>
                  <a:pt x="23283" y="69850"/>
                </a:lnTo>
                <a:close/>
                <a:moveTo>
                  <a:pt x="116417" y="69850"/>
                </a:moveTo>
                <a:lnTo>
                  <a:pt x="116417" y="401637"/>
                </a:lnTo>
                <a:lnTo>
                  <a:pt x="442383" y="401637"/>
                </a:lnTo>
                <a:lnTo>
                  <a:pt x="442383" y="69850"/>
                </a:lnTo>
                <a:lnTo>
                  <a:pt x="116417" y="69850"/>
                </a:lnTo>
                <a:close/>
                <a:moveTo>
                  <a:pt x="279400" y="515144"/>
                </a:moveTo>
                <a:cubicBezTo>
                  <a:pt x="305157" y="515144"/>
                  <a:pt x="325967" y="499537"/>
                  <a:pt x="325967" y="480219"/>
                </a:cubicBezTo>
                <a:cubicBezTo>
                  <a:pt x="325967" y="460901"/>
                  <a:pt x="305157" y="445294"/>
                  <a:pt x="279400" y="445294"/>
                </a:cubicBezTo>
                <a:cubicBezTo>
                  <a:pt x="253643" y="445294"/>
                  <a:pt x="232833" y="460901"/>
                  <a:pt x="232833" y="480219"/>
                </a:cubicBezTo>
                <a:cubicBezTo>
                  <a:pt x="232833" y="499537"/>
                  <a:pt x="253643" y="515144"/>
                  <a:pt x="279400" y="515144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1" name="Text 9"/>
          <p:cNvSpPr/>
          <p:nvPr/>
        </p:nvSpPr>
        <p:spPr>
          <a:xfrm>
            <a:off x="7112000" y="28575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Mobile Guarantee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50000" y="34925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Flawless on all devices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2540000"/>
            <a:ext cx="4318000" cy="203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049000" y="2857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422593" y="-10805"/>
                </a:moveTo>
                <a:cubicBezTo>
                  <a:pt x="437436" y="-1419"/>
                  <a:pt x="442924" y="15607"/>
                  <a:pt x="436188" y="30450"/>
                </a:cubicBezTo>
                <a:lnTo>
                  <a:pt x="338398" y="244475"/>
                </a:lnTo>
                <a:lnTo>
                  <a:pt x="518886" y="244475"/>
                </a:lnTo>
                <a:cubicBezTo>
                  <a:pt x="535725" y="244475"/>
                  <a:pt x="550692" y="253643"/>
                  <a:pt x="556430" y="267504"/>
                </a:cubicBezTo>
                <a:cubicBezTo>
                  <a:pt x="562168" y="281365"/>
                  <a:pt x="557303" y="296863"/>
                  <a:pt x="544456" y="306249"/>
                </a:cubicBezTo>
                <a:lnTo>
                  <a:pt x="185227" y="568186"/>
                </a:lnTo>
                <a:cubicBezTo>
                  <a:pt x="171132" y="578445"/>
                  <a:pt x="151051" y="578991"/>
                  <a:pt x="136208" y="569605"/>
                </a:cubicBezTo>
                <a:cubicBezTo>
                  <a:pt x="121364" y="560219"/>
                  <a:pt x="115876" y="543193"/>
                  <a:pt x="122612" y="528350"/>
                </a:cubicBezTo>
                <a:lnTo>
                  <a:pt x="220402" y="314325"/>
                </a:lnTo>
                <a:lnTo>
                  <a:pt x="39914" y="314325"/>
                </a:lnTo>
                <a:cubicBezTo>
                  <a:pt x="23075" y="314325"/>
                  <a:pt x="8108" y="305157"/>
                  <a:pt x="2370" y="291296"/>
                </a:cubicBezTo>
                <a:cubicBezTo>
                  <a:pt x="-3368" y="277435"/>
                  <a:pt x="1497" y="261937"/>
                  <a:pt x="14344" y="252551"/>
                </a:cubicBezTo>
                <a:lnTo>
                  <a:pt x="373573" y="-9386"/>
                </a:lnTo>
                <a:cubicBezTo>
                  <a:pt x="387668" y="-19645"/>
                  <a:pt x="407749" y="-20191"/>
                  <a:pt x="422593" y="-10805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11000" y="2857500"/>
            <a:ext cx="292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Guarantee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049000" y="34925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 loading speeds optimized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70000" y="4953000"/>
            <a:ext cx="4318000" cy="203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51000" y="5270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523984" y="209550"/>
                </a:moveTo>
                <a:lnTo>
                  <a:pt x="532606" y="209550"/>
                </a:lnTo>
                <a:cubicBezTo>
                  <a:pt x="547122" y="209550"/>
                  <a:pt x="558800" y="197872"/>
                  <a:pt x="558800" y="183356"/>
                </a:cubicBezTo>
                <a:lnTo>
                  <a:pt x="558800" y="26194"/>
                </a:lnTo>
                <a:cubicBezTo>
                  <a:pt x="558800" y="15607"/>
                  <a:pt x="552470" y="6003"/>
                  <a:pt x="542647" y="1965"/>
                </a:cubicBezTo>
                <a:cubicBezTo>
                  <a:pt x="532825" y="-2074"/>
                  <a:pt x="521583" y="218"/>
                  <a:pt x="514052" y="7640"/>
                </a:cubicBezTo>
                <a:lnTo>
                  <a:pt x="457627" y="64175"/>
                </a:lnTo>
                <a:cubicBezTo>
                  <a:pt x="409277" y="24120"/>
                  <a:pt x="347067" y="0"/>
                  <a:pt x="279400" y="0"/>
                </a:cubicBezTo>
                <a:cubicBezTo>
                  <a:pt x="138609" y="0"/>
                  <a:pt x="22156" y="104120"/>
                  <a:pt x="2838" y="239564"/>
                </a:cubicBezTo>
                <a:cubicBezTo>
                  <a:pt x="109" y="258663"/>
                  <a:pt x="13315" y="276344"/>
                  <a:pt x="32415" y="279073"/>
                </a:cubicBezTo>
                <a:cubicBezTo>
                  <a:pt x="51514" y="281801"/>
                  <a:pt x="69195" y="268486"/>
                  <a:pt x="71924" y="249495"/>
                </a:cubicBezTo>
                <a:cubicBezTo>
                  <a:pt x="86439" y="147886"/>
                  <a:pt x="173861" y="69850"/>
                  <a:pt x="279400" y="69850"/>
                </a:cubicBezTo>
                <a:cubicBezTo>
                  <a:pt x="327858" y="69850"/>
                  <a:pt x="372388" y="86221"/>
                  <a:pt x="407859" y="113834"/>
                </a:cubicBezTo>
                <a:lnTo>
                  <a:pt x="356890" y="164802"/>
                </a:lnTo>
                <a:cubicBezTo>
                  <a:pt x="349359" y="172333"/>
                  <a:pt x="347176" y="183575"/>
                  <a:pt x="351215" y="193397"/>
                </a:cubicBezTo>
                <a:cubicBezTo>
                  <a:pt x="355253" y="203220"/>
                  <a:pt x="364857" y="209550"/>
                  <a:pt x="375444" y="209550"/>
                </a:cubicBezTo>
                <a:lnTo>
                  <a:pt x="523984" y="209550"/>
                </a:lnTo>
                <a:close/>
                <a:moveTo>
                  <a:pt x="556071" y="319236"/>
                </a:moveTo>
                <a:cubicBezTo>
                  <a:pt x="558800" y="300137"/>
                  <a:pt x="545485" y="282456"/>
                  <a:pt x="526494" y="279727"/>
                </a:cubicBezTo>
                <a:cubicBezTo>
                  <a:pt x="507504" y="276999"/>
                  <a:pt x="489714" y="290314"/>
                  <a:pt x="486985" y="309305"/>
                </a:cubicBezTo>
                <a:cubicBezTo>
                  <a:pt x="472470" y="410805"/>
                  <a:pt x="385048" y="488841"/>
                  <a:pt x="279509" y="488841"/>
                </a:cubicBezTo>
                <a:cubicBezTo>
                  <a:pt x="231051" y="488841"/>
                  <a:pt x="186521" y="472470"/>
                  <a:pt x="151051" y="444857"/>
                </a:cubicBezTo>
                <a:lnTo>
                  <a:pt x="201910" y="393998"/>
                </a:lnTo>
                <a:cubicBezTo>
                  <a:pt x="209441" y="386467"/>
                  <a:pt x="211624" y="375225"/>
                  <a:pt x="207585" y="365403"/>
                </a:cubicBezTo>
                <a:cubicBezTo>
                  <a:pt x="203547" y="355580"/>
                  <a:pt x="193943" y="349250"/>
                  <a:pt x="183356" y="349250"/>
                </a:cubicBezTo>
                <a:lnTo>
                  <a:pt x="26194" y="349250"/>
                </a:lnTo>
                <a:cubicBezTo>
                  <a:pt x="11678" y="349250"/>
                  <a:pt x="0" y="360928"/>
                  <a:pt x="0" y="375444"/>
                </a:cubicBezTo>
                <a:lnTo>
                  <a:pt x="0" y="532606"/>
                </a:lnTo>
                <a:cubicBezTo>
                  <a:pt x="0" y="543193"/>
                  <a:pt x="6330" y="552797"/>
                  <a:pt x="16153" y="556835"/>
                </a:cubicBezTo>
                <a:cubicBezTo>
                  <a:pt x="25975" y="560874"/>
                  <a:pt x="37217" y="558582"/>
                  <a:pt x="44748" y="551160"/>
                </a:cubicBezTo>
                <a:lnTo>
                  <a:pt x="101283" y="494625"/>
                </a:lnTo>
                <a:cubicBezTo>
                  <a:pt x="149523" y="534680"/>
                  <a:pt x="211733" y="558800"/>
                  <a:pt x="279400" y="558800"/>
                </a:cubicBezTo>
                <a:cubicBezTo>
                  <a:pt x="420191" y="558800"/>
                  <a:pt x="536644" y="454680"/>
                  <a:pt x="555962" y="319236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9" name="Text 17"/>
          <p:cNvSpPr/>
          <p:nvPr/>
        </p:nvSpPr>
        <p:spPr>
          <a:xfrm>
            <a:off x="2413000" y="52705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Revision Guarantee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51000" y="59055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Feedback until satisfaction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69000" y="4953000"/>
            <a:ext cx="4318000" cy="203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0000" y="5270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372533" y="157163"/>
                </a:moveTo>
                <a:cubicBezTo>
                  <a:pt x="372533" y="263247"/>
                  <a:pt x="289101" y="349250"/>
                  <a:pt x="186267" y="349250"/>
                </a:cubicBezTo>
                <a:cubicBezTo>
                  <a:pt x="160364" y="349250"/>
                  <a:pt x="135722" y="343793"/>
                  <a:pt x="113312" y="333970"/>
                </a:cubicBezTo>
                <a:lnTo>
                  <a:pt x="34149" y="381119"/>
                </a:lnTo>
                <a:cubicBezTo>
                  <a:pt x="25127" y="386467"/>
                  <a:pt x="14067" y="384612"/>
                  <a:pt x="6791" y="376535"/>
                </a:cubicBezTo>
                <a:cubicBezTo>
                  <a:pt x="-485" y="368459"/>
                  <a:pt x="-2134" y="355908"/>
                  <a:pt x="2716" y="345758"/>
                </a:cubicBezTo>
                <a:lnTo>
                  <a:pt x="37253" y="272415"/>
                </a:lnTo>
                <a:cubicBezTo>
                  <a:pt x="13873" y="240328"/>
                  <a:pt x="0" y="200382"/>
                  <a:pt x="0" y="157163"/>
                </a:cubicBezTo>
                <a:cubicBezTo>
                  <a:pt x="0" y="51078"/>
                  <a:pt x="83432" y="-34925"/>
                  <a:pt x="186267" y="-34925"/>
                </a:cubicBezTo>
                <a:cubicBezTo>
                  <a:pt x="289101" y="-34925"/>
                  <a:pt x="372533" y="51078"/>
                  <a:pt x="372533" y="157163"/>
                </a:cubicBezTo>
                <a:close/>
                <a:moveTo>
                  <a:pt x="372533" y="558800"/>
                </a:moveTo>
                <a:cubicBezTo>
                  <a:pt x="281243" y="558800"/>
                  <a:pt x="205281" y="491024"/>
                  <a:pt x="189371" y="401637"/>
                </a:cubicBezTo>
                <a:cubicBezTo>
                  <a:pt x="305788" y="400000"/>
                  <a:pt x="406973" y="306794"/>
                  <a:pt x="418130" y="180409"/>
                </a:cubicBezTo>
                <a:cubicBezTo>
                  <a:pt x="498942" y="201364"/>
                  <a:pt x="558800" y="276781"/>
                  <a:pt x="558800" y="366713"/>
                </a:cubicBezTo>
                <a:cubicBezTo>
                  <a:pt x="558800" y="409932"/>
                  <a:pt x="544927" y="449878"/>
                  <a:pt x="521547" y="481965"/>
                </a:cubicBezTo>
                <a:lnTo>
                  <a:pt x="556084" y="555308"/>
                </a:lnTo>
                <a:cubicBezTo>
                  <a:pt x="560837" y="565458"/>
                  <a:pt x="559188" y="577900"/>
                  <a:pt x="552009" y="586085"/>
                </a:cubicBezTo>
                <a:cubicBezTo>
                  <a:pt x="544830" y="594271"/>
                  <a:pt x="533673" y="596126"/>
                  <a:pt x="524651" y="590669"/>
                </a:cubicBezTo>
                <a:lnTo>
                  <a:pt x="445488" y="543520"/>
                </a:lnTo>
                <a:cubicBezTo>
                  <a:pt x="423078" y="553343"/>
                  <a:pt x="398436" y="558800"/>
                  <a:pt x="372533" y="558800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23" name="Text 21"/>
          <p:cNvSpPr/>
          <p:nvPr/>
        </p:nvSpPr>
        <p:spPr>
          <a:xfrm>
            <a:off x="7112000" y="5270500"/>
            <a:ext cx="3111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Communication Guarantee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50000" y="59055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Responsive and transparent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68000" y="4953000"/>
            <a:ext cx="4318000" cy="2032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0F1B31"/>
              </a:gs>
              <a:gs pos="100000">
                <a:srgbClr val="0F1B31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6" name="Shape 24"/>
          <p:cNvSpPr/>
          <p:nvPr/>
        </p:nvSpPr>
        <p:spPr>
          <a:xfrm>
            <a:off x="11049000" y="5270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79400" y="0"/>
                </a:moveTo>
                <a:cubicBezTo>
                  <a:pt x="284420" y="0"/>
                  <a:pt x="289441" y="1091"/>
                  <a:pt x="294025" y="3165"/>
                </a:cubicBezTo>
                <a:lnTo>
                  <a:pt x="499646" y="90368"/>
                </a:lnTo>
                <a:cubicBezTo>
                  <a:pt x="523657" y="100519"/>
                  <a:pt x="541556" y="124202"/>
                  <a:pt x="541447" y="152797"/>
                </a:cubicBezTo>
                <a:cubicBezTo>
                  <a:pt x="540901" y="261064"/>
                  <a:pt x="496372" y="459155"/>
                  <a:pt x="308322" y="549196"/>
                </a:cubicBezTo>
                <a:cubicBezTo>
                  <a:pt x="290096" y="557927"/>
                  <a:pt x="268923" y="557927"/>
                  <a:pt x="250696" y="549196"/>
                </a:cubicBezTo>
                <a:cubicBezTo>
                  <a:pt x="62538" y="459155"/>
                  <a:pt x="18117" y="261064"/>
                  <a:pt x="17572" y="152797"/>
                </a:cubicBezTo>
                <a:cubicBezTo>
                  <a:pt x="17462" y="124202"/>
                  <a:pt x="35362" y="100519"/>
                  <a:pt x="59372" y="90368"/>
                </a:cubicBezTo>
                <a:lnTo>
                  <a:pt x="264884" y="3165"/>
                </a:lnTo>
                <a:cubicBezTo>
                  <a:pt x="269468" y="1091"/>
                  <a:pt x="274380" y="0"/>
                  <a:pt x="279400" y="0"/>
                </a:cubicBezTo>
                <a:close/>
                <a:moveTo>
                  <a:pt x="279400" y="72906"/>
                </a:moveTo>
                <a:lnTo>
                  <a:pt x="279400" y="485567"/>
                </a:lnTo>
                <a:cubicBezTo>
                  <a:pt x="430014" y="412661"/>
                  <a:pt x="470505" y="251133"/>
                  <a:pt x="471488" y="154434"/>
                </a:cubicBezTo>
                <a:lnTo>
                  <a:pt x="279400" y="73015"/>
                </a:lnTo>
                <a:lnTo>
                  <a:pt x="279400" y="73015"/>
                </a:ln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27" name="Text 25"/>
          <p:cNvSpPr/>
          <p:nvPr/>
        </p:nvSpPr>
        <p:spPr>
          <a:xfrm>
            <a:off x="11811000" y="52705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Support Guarantee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049000" y="59055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Reliable assistance always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270000" y="7429500"/>
            <a:ext cx="13716000" cy="762000"/>
          </a:xfrm>
          <a:prstGeom prst="roundRect">
            <a:avLst>
              <a:gd name="adj" fmla="val 8000"/>
            </a:avLst>
          </a:prstGeom>
          <a:solidFill>
            <a:srgbClr val="0F1B31"/>
          </a:solidFill>
          <a:ln/>
        </p:spPr>
      </p:sp>
      <p:sp>
        <p:nvSpPr>
          <p:cNvPr id="30" name="Text 28"/>
          <p:cNvSpPr/>
          <p:nvPr/>
        </p:nvSpPr>
        <p:spPr>
          <a:xfrm>
            <a:off x="1778000" y="74930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 do not just </a:t>
            </a:r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promise</a:t>
            </a:r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results. We </a:t>
            </a:r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guarantee</a:t>
            </a:r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them.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C8D4E0"/>
              </a:gs>
              <a:gs pos="50000">
                <a:srgbClr val="C8D4E3">
                  <a:alpha val="31000"/>
                </a:srgbClr>
              </a:gs>
              <a:gs pos="100000">
                <a:srgbClr val="0F1B31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5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&amp; Partnership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Transparent pricing and compelling reasons to choose EdgeWAI Agency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Pricing Structure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8DDE4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596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0000" y="1905000"/>
            <a:ext cx="4318000" cy="635000"/>
          </a:xfrm>
          <a:prstGeom prst="roundRect">
            <a:avLst>
              <a:gd name="adj" fmla="val 8000"/>
            </a:avLst>
          </a:prstGeom>
          <a:solidFill>
            <a:srgbClr val="0F1B31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1905000"/>
            <a:ext cx="431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70000" y="2730500"/>
            <a:ext cx="431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 3,500+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270000" y="34925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Starting From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87500" y="4000500"/>
            <a:ext cx="3683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4-6 Pages Website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Mobile Responsive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Contact Form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Basic SEO Setup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Deployment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Performance Optimization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69000" y="1905000"/>
            <a:ext cx="4318000" cy="596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76200" dir="5400000">
              <a:srgbClr val="000000">
                <a:alpha val="6275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69000" y="1905000"/>
            <a:ext cx="4318000" cy="635000"/>
          </a:xfrm>
          <a:prstGeom prst="roundRect">
            <a:avLst>
              <a:gd name="adj" fmla="val 8000"/>
            </a:avLst>
          </a:prstGeom>
          <a:solidFill>
            <a:srgbClr val="E85D3A"/>
          </a:solidFill>
          <a:ln/>
        </p:spPr>
      </p:sp>
      <p:sp>
        <p:nvSpPr>
          <p:cNvPr id="12" name="Text 10"/>
          <p:cNvSpPr/>
          <p:nvPr/>
        </p:nvSpPr>
        <p:spPr>
          <a:xfrm>
            <a:off x="5969000" y="1905000"/>
            <a:ext cx="431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BUSINESS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969000" y="2730500"/>
            <a:ext cx="431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dirty="0">
                <a:solidFill>
                  <a:srgbClr val="E85D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 7,500+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5969000" y="34925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Starting From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86500" y="4000500"/>
            <a:ext cx="3683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Multi-Page Website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Premium UI Design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WhatsApp Integration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SEO + Hosting Setup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Deployment + Support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Performance Optimization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668000" y="1905000"/>
            <a:ext cx="4318000" cy="5969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0F1B31"/>
              </a:gs>
              <a:gs pos="100000">
                <a:srgbClr val="0F1B31">
                  <a:alpha val="80000"/>
                </a:srgbClr>
              </a:gs>
            </a:gsLst>
            <a:lin ang="8100000" scaled="1"/>
          </a:gra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668000" y="1905000"/>
            <a:ext cx="4318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12549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0" y="1905000"/>
            <a:ext cx="431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PREMIUM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668000" y="2730500"/>
            <a:ext cx="431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Custom Quote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10668000" y="34925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Based on Requirements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85500" y="4000500"/>
            <a:ext cx="3683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Fully Custom Website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Advanced Features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Premium Design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Advanced Integrations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Maintenance Support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b="1" dirty="0">
                <a:solidFill>
                  <a:srgbClr val="E85D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Priority Support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Choose EdgeWAI Agency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8DDE4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78000"/>
            <a:ext cx="1016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Partner with us for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results-driven digital solutions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E2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grow your business.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67310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87500" y="28321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69850" y="69850"/>
                </a:moveTo>
                <a:cubicBezTo>
                  <a:pt x="69850" y="50532"/>
                  <a:pt x="54243" y="34925"/>
                  <a:pt x="34925" y="34925"/>
                </a:cubicBezTo>
                <a:cubicBezTo>
                  <a:pt x="15607" y="34925"/>
                  <a:pt x="0" y="50532"/>
                  <a:pt x="0" y="69850"/>
                </a:cubicBezTo>
                <a:lnTo>
                  <a:pt x="0" y="436563"/>
                </a:lnTo>
                <a:cubicBezTo>
                  <a:pt x="0" y="484803"/>
                  <a:pt x="39072" y="523875"/>
                  <a:pt x="87313" y="523875"/>
                </a:cubicBezTo>
                <a:lnTo>
                  <a:pt x="523875" y="523875"/>
                </a:lnTo>
                <a:cubicBezTo>
                  <a:pt x="543193" y="523875"/>
                  <a:pt x="558800" y="508268"/>
                  <a:pt x="558800" y="488950"/>
                </a:cubicBezTo>
                <a:cubicBezTo>
                  <a:pt x="558800" y="469632"/>
                  <a:pt x="543193" y="454025"/>
                  <a:pt x="523875" y="454025"/>
                </a:cubicBezTo>
                <a:lnTo>
                  <a:pt x="87313" y="454025"/>
                </a:lnTo>
                <a:cubicBezTo>
                  <a:pt x="77708" y="454025"/>
                  <a:pt x="69850" y="446167"/>
                  <a:pt x="69850" y="436563"/>
                </a:cubicBezTo>
                <a:lnTo>
                  <a:pt x="69850" y="69850"/>
                </a:lnTo>
                <a:close/>
                <a:moveTo>
                  <a:pt x="513616" y="164366"/>
                </a:moveTo>
                <a:cubicBezTo>
                  <a:pt x="527258" y="150723"/>
                  <a:pt x="527258" y="128568"/>
                  <a:pt x="513616" y="114925"/>
                </a:cubicBezTo>
                <a:cubicBezTo>
                  <a:pt x="499973" y="101283"/>
                  <a:pt x="477818" y="101283"/>
                  <a:pt x="464175" y="114925"/>
                </a:cubicBezTo>
                <a:lnTo>
                  <a:pt x="349250" y="229959"/>
                </a:lnTo>
                <a:lnTo>
                  <a:pt x="286603" y="167422"/>
                </a:lnTo>
                <a:cubicBezTo>
                  <a:pt x="272961" y="153779"/>
                  <a:pt x="250805" y="153779"/>
                  <a:pt x="237163" y="167422"/>
                </a:cubicBezTo>
                <a:lnTo>
                  <a:pt x="132388" y="272197"/>
                </a:lnTo>
                <a:cubicBezTo>
                  <a:pt x="118745" y="285839"/>
                  <a:pt x="118745" y="307995"/>
                  <a:pt x="132388" y="321637"/>
                </a:cubicBezTo>
                <a:cubicBezTo>
                  <a:pt x="146030" y="335280"/>
                  <a:pt x="168186" y="335280"/>
                  <a:pt x="181828" y="321637"/>
                </a:cubicBezTo>
                <a:lnTo>
                  <a:pt x="261938" y="241528"/>
                </a:lnTo>
                <a:lnTo>
                  <a:pt x="324584" y="304175"/>
                </a:lnTo>
                <a:cubicBezTo>
                  <a:pt x="338227" y="317818"/>
                  <a:pt x="360382" y="317818"/>
                  <a:pt x="374025" y="304175"/>
                </a:cubicBezTo>
                <a:lnTo>
                  <a:pt x="513725" y="164475"/>
                </a:ln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7" name="Text 5"/>
          <p:cNvSpPr/>
          <p:nvPr/>
        </p:nvSpPr>
        <p:spPr>
          <a:xfrm>
            <a:off x="2349500" y="2667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Business Growth Focus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349500" y="31115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Every decision tied to your success metrics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70000" y="3937000"/>
            <a:ext cx="67310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587500" y="42291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127367" y="36890"/>
                </a:moveTo>
                <a:cubicBezTo>
                  <a:pt x="132278" y="30232"/>
                  <a:pt x="140137" y="26194"/>
                  <a:pt x="148431" y="26194"/>
                </a:cubicBezTo>
                <a:lnTo>
                  <a:pt x="410369" y="26194"/>
                </a:lnTo>
                <a:cubicBezTo>
                  <a:pt x="418663" y="26194"/>
                  <a:pt x="426522" y="30123"/>
                  <a:pt x="431433" y="36890"/>
                </a:cubicBezTo>
                <a:lnTo>
                  <a:pt x="553670" y="202783"/>
                </a:lnTo>
                <a:cubicBezTo>
                  <a:pt x="561092" y="212824"/>
                  <a:pt x="560328" y="226685"/>
                  <a:pt x="552033" y="235962"/>
                </a:cubicBezTo>
                <a:lnTo>
                  <a:pt x="298827" y="515362"/>
                </a:lnTo>
                <a:cubicBezTo>
                  <a:pt x="293916" y="520819"/>
                  <a:pt x="286822" y="523984"/>
                  <a:pt x="279400" y="523984"/>
                </a:cubicBezTo>
                <a:cubicBezTo>
                  <a:pt x="271978" y="523984"/>
                  <a:pt x="264993" y="520819"/>
                  <a:pt x="259973" y="515362"/>
                </a:cubicBezTo>
                <a:lnTo>
                  <a:pt x="6767" y="235962"/>
                </a:lnTo>
                <a:cubicBezTo>
                  <a:pt x="-1637" y="226685"/>
                  <a:pt x="-2292" y="212824"/>
                  <a:pt x="5130" y="202783"/>
                </a:cubicBezTo>
                <a:lnTo>
                  <a:pt x="127367" y="36890"/>
                </a:lnTo>
                <a:close/>
                <a:moveTo>
                  <a:pt x="169386" y="80328"/>
                </a:moveTo>
                <a:cubicBezTo>
                  <a:pt x="165785" y="83056"/>
                  <a:pt x="164802" y="87967"/>
                  <a:pt x="167094" y="91787"/>
                </a:cubicBezTo>
                <a:lnTo>
                  <a:pt x="229741" y="196235"/>
                </a:lnTo>
                <a:lnTo>
                  <a:pt x="69086" y="209550"/>
                </a:lnTo>
                <a:cubicBezTo>
                  <a:pt x="64611" y="209877"/>
                  <a:pt x="61119" y="213697"/>
                  <a:pt x="61119" y="218281"/>
                </a:cubicBezTo>
                <a:cubicBezTo>
                  <a:pt x="61119" y="222865"/>
                  <a:pt x="64611" y="226576"/>
                  <a:pt x="69086" y="227013"/>
                </a:cubicBezTo>
                <a:lnTo>
                  <a:pt x="278636" y="244475"/>
                </a:lnTo>
                <a:cubicBezTo>
                  <a:pt x="279073" y="244475"/>
                  <a:pt x="279618" y="244475"/>
                  <a:pt x="280055" y="244475"/>
                </a:cubicBezTo>
                <a:lnTo>
                  <a:pt x="489605" y="227013"/>
                </a:lnTo>
                <a:cubicBezTo>
                  <a:pt x="494080" y="226685"/>
                  <a:pt x="497572" y="222865"/>
                  <a:pt x="497572" y="218281"/>
                </a:cubicBezTo>
                <a:cubicBezTo>
                  <a:pt x="497572" y="213697"/>
                  <a:pt x="494080" y="209987"/>
                  <a:pt x="489605" y="209550"/>
                </a:cubicBezTo>
                <a:lnTo>
                  <a:pt x="328950" y="196126"/>
                </a:lnTo>
                <a:lnTo>
                  <a:pt x="391597" y="91787"/>
                </a:lnTo>
                <a:cubicBezTo>
                  <a:pt x="393889" y="87967"/>
                  <a:pt x="392906" y="82947"/>
                  <a:pt x="389305" y="80328"/>
                </a:cubicBezTo>
                <a:cubicBezTo>
                  <a:pt x="385703" y="77708"/>
                  <a:pt x="380683" y="78145"/>
                  <a:pt x="377627" y="81419"/>
                </a:cubicBezTo>
                <a:lnTo>
                  <a:pt x="279400" y="187940"/>
                </a:lnTo>
                <a:lnTo>
                  <a:pt x="181064" y="81419"/>
                </a:lnTo>
                <a:cubicBezTo>
                  <a:pt x="178008" y="78145"/>
                  <a:pt x="172988" y="77708"/>
                  <a:pt x="169386" y="80328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1" name="Text 9"/>
          <p:cNvSpPr/>
          <p:nvPr/>
        </p:nvSpPr>
        <p:spPr>
          <a:xfrm>
            <a:off x="2349500" y="4064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Professional Quality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349500" y="45085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Industry-standard deliverables on every project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70000" y="5334000"/>
            <a:ext cx="67310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587500" y="56261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558800" y="279400"/>
                </a:moveTo>
                <a:cubicBezTo>
                  <a:pt x="558800" y="280382"/>
                  <a:pt x="558800" y="281365"/>
                  <a:pt x="558800" y="282347"/>
                </a:cubicBezTo>
                <a:cubicBezTo>
                  <a:pt x="558363" y="322183"/>
                  <a:pt x="522129" y="349250"/>
                  <a:pt x="482292" y="349250"/>
                </a:cubicBezTo>
                <a:lnTo>
                  <a:pt x="375444" y="349250"/>
                </a:lnTo>
                <a:cubicBezTo>
                  <a:pt x="346521" y="349250"/>
                  <a:pt x="323056" y="372715"/>
                  <a:pt x="323056" y="401637"/>
                </a:cubicBezTo>
                <a:cubicBezTo>
                  <a:pt x="323056" y="405348"/>
                  <a:pt x="323493" y="408950"/>
                  <a:pt x="324148" y="412442"/>
                </a:cubicBezTo>
                <a:cubicBezTo>
                  <a:pt x="326440" y="423575"/>
                  <a:pt x="331242" y="434271"/>
                  <a:pt x="335935" y="445075"/>
                </a:cubicBezTo>
                <a:cubicBezTo>
                  <a:pt x="342592" y="460137"/>
                  <a:pt x="349141" y="475089"/>
                  <a:pt x="349141" y="490915"/>
                </a:cubicBezTo>
                <a:cubicBezTo>
                  <a:pt x="349141" y="525621"/>
                  <a:pt x="325566" y="557163"/>
                  <a:pt x="290860" y="558582"/>
                </a:cubicBezTo>
                <a:cubicBezTo>
                  <a:pt x="287040" y="558691"/>
                  <a:pt x="283220" y="558800"/>
                  <a:pt x="279291" y="558800"/>
                </a:cubicBezTo>
                <a:cubicBezTo>
                  <a:pt x="124966" y="558800"/>
                  <a:pt x="-109" y="433725"/>
                  <a:pt x="-109" y="279400"/>
                </a:cubicBezTo>
                <a:cubicBezTo>
                  <a:pt x="-109" y="125075"/>
                  <a:pt x="125075" y="0"/>
                  <a:pt x="279400" y="0"/>
                </a:cubicBezTo>
                <a:cubicBezTo>
                  <a:pt x="433725" y="0"/>
                  <a:pt x="558800" y="125075"/>
                  <a:pt x="558800" y="279400"/>
                </a:cubicBezTo>
                <a:close/>
                <a:moveTo>
                  <a:pt x="139700" y="314325"/>
                </a:moveTo>
                <a:cubicBezTo>
                  <a:pt x="139700" y="295049"/>
                  <a:pt x="124051" y="279400"/>
                  <a:pt x="104775" y="279400"/>
                </a:cubicBezTo>
                <a:cubicBezTo>
                  <a:pt x="85499" y="279400"/>
                  <a:pt x="69850" y="295049"/>
                  <a:pt x="69850" y="314325"/>
                </a:cubicBezTo>
                <a:cubicBezTo>
                  <a:pt x="69850" y="333601"/>
                  <a:pt x="85499" y="349250"/>
                  <a:pt x="104775" y="349250"/>
                </a:cubicBezTo>
                <a:cubicBezTo>
                  <a:pt x="124051" y="349250"/>
                  <a:pt x="139700" y="333601"/>
                  <a:pt x="139700" y="314325"/>
                </a:cubicBezTo>
                <a:close/>
                <a:moveTo>
                  <a:pt x="139700" y="209550"/>
                </a:moveTo>
                <a:cubicBezTo>
                  <a:pt x="158976" y="209550"/>
                  <a:pt x="174625" y="193901"/>
                  <a:pt x="174625" y="174625"/>
                </a:cubicBezTo>
                <a:cubicBezTo>
                  <a:pt x="174625" y="155349"/>
                  <a:pt x="158976" y="139700"/>
                  <a:pt x="139700" y="139700"/>
                </a:cubicBezTo>
                <a:cubicBezTo>
                  <a:pt x="120424" y="139700"/>
                  <a:pt x="104775" y="155349"/>
                  <a:pt x="104775" y="174625"/>
                </a:cubicBezTo>
                <a:cubicBezTo>
                  <a:pt x="104775" y="193901"/>
                  <a:pt x="120424" y="209550"/>
                  <a:pt x="139700" y="209550"/>
                </a:cubicBezTo>
                <a:close/>
                <a:moveTo>
                  <a:pt x="314325" y="104775"/>
                </a:moveTo>
                <a:cubicBezTo>
                  <a:pt x="314325" y="85499"/>
                  <a:pt x="298676" y="69850"/>
                  <a:pt x="279400" y="69850"/>
                </a:cubicBezTo>
                <a:cubicBezTo>
                  <a:pt x="260124" y="69850"/>
                  <a:pt x="244475" y="85499"/>
                  <a:pt x="244475" y="104775"/>
                </a:cubicBezTo>
                <a:cubicBezTo>
                  <a:pt x="244475" y="124051"/>
                  <a:pt x="260124" y="139700"/>
                  <a:pt x="279400" y="139700"/>
                </a:cubicBezTo>
                <a:cubicBezTo>
                  <a:pt x="298676" y="139700"/>
                  <a:pt x="314325" y="124051"/>
                  <a:pt x="314325" y="104775"/>
                </a:cubicBezTo>
                <a:close/>
                <a:moveTo>
                  <a:pt x="419100" y="209550"/>
                </a:moveTo>
                <a:cubicBezTo>
                  <a:pt x="438376" y="209550"/>
                  <a:pt x="454025" y="193901"/>
                  <a:pt x="454025" y="174625"/>
                </a:cubicBezTo>
                <a:cubicBezTo>
                  <a:pt x="454025" y="155349"/>
                  <a:pt x="438376" y="139700"/>
                  <a:pt x="419100" y="139700"/>
                </a:cubicBezTo>
                <a:cubicBezTo>
                  <a:pt x="399824" y="139700"/>
                  <a:pt x="384175" y="155349"/>
                  <a:pt x="384175" y="174625"/>
                </a:cubicBezTo>
                <a:cubicBezTo>
                  <a:pt x="384175" y="193901"/>
                  <a:pt x="399824" y="209550"/>
                  <a:pt x="419100" y="209550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5" name="Text 13"/>
          <p:cNvSpPr/>
          <p:nvPr/>
        </p:nvSpPr>
        <p:spPr>
          <a:xfrm>
            <a:off x="2349500" y="5461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Design Standards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349500" y="59055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Contemporary aesthetics and user experience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70000" y="6731000"/>
            <a:ext cx="67310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587500" y="70231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3283" y="69850"/>
                </a:moveTo>
                <a:cubicBezTo>
                  <a:pt x="23283" y="31323"/>
                  <a:pt x="65048" y="0"/>
                  <a:pt x="116417" y="0"/>
                </a:cubicBezTo>
                <a:lnTo>
                  <a:pt x="442383" y="0"/>
                </a:lnTo>
                <a:cubicBezTo>
                  <a:pt x="493752" y="0"/>
                  <a:pt x="535517" y="31323"/>
                  <a:pt x="535517" y="69850"/>
                </a:cubicBezTo>
                <a:lnTo>
                  <a:pt x="535517" y="488950"/>
                </a:lnTo>
                <a:cubicBezTo>
                  <a:pt x="535517" y="527477"/>
                  <a:pt x="493752" y="558800"/>
                  <a:pt x="442383" y="558800"/>
                </a:cubicBezTo>
                <a:lnTo>
                  <a:pt x="116417" y="558800"/>
                </a:lnTo>
                <a:cubicBezTo>
                  <a:pt x="65048" y="558800"/>
                  <a:pt x="23283" y="527477"/>
                  <a:pt x="23283" y="488950"/>
                </a:cubicBezTo>
                <a:lnTo>
                  <a:pt x="23283" y="69850"/>
                </a:lnTo>
                <a:close/>
                <a:moveTo>
                  <a:pt x="186267" y="480219"/>
                </a:moveTo>
                <a:cubicBezTo>
                  <a:pt x="186267" y="494734"/>
                  <a:pt x="201837" y="506413"/>
                  <a:pt x="221192" y="506413"/>
                </a:cubicBezTo>
                <a:lnTo>
                  <a:pt x="337608" y="506413"/>
                </a:lnTo>
                <a:cubicBezTo>
                  <a:pt x="356963" y="506413"/>
                  <a:pt x="372533" y="494734"/>
                  <a:pt x="372533" y="480219"/>
                </a:cubicBezTo>
                <a:cubicBezTo>
                  <a:pt x="372533" y="465703"/>
                  <a:pt x="356963" y="454025"/>
                  <a:pt x="337608" y="454025"/>
                </a:cubicBezTo>
                <a:lnTo>
                  <a:pt x="221192" y="454025"/>
                </a:lnTo>
                <a:cubicBezTo>
                  <a:pt x="201837" y="454025"/>
                  <a:pt x="186267" y="465703"/>
                  <a:pt x="186267" y="480219"/>
                </a:cubicBezTo>
                <a:close/>
                <a:moveTo>
                  <a:pt x="442383" y="69850"/>
                </a:moveTo>
                <a:lnTo>
                  <a:pt x="116417" y="69850"/>
                </a:lnTo>
                <a:lnTo>
                  <a:pt x="116417" y="401637"/>
                </a:lnTo>
                <a:lnTo>
                  <a:pt x="442383" y="401637"/>
                </a:lnTo>
                <a:lnTo>
                  <a:pt x="442383" y="69850"/>
                </a:ln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19" name="Text 17"/>
          <p:cNvSpPr/>
          <p:nvPr/>
        </p:nvSpPr>
        <p:spPr>
          <a:xfrm>
            <a:off x="2349500" y="6858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Mobile Optimization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349500" y="73025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Essential in today's mobile-first world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55000" y="2540000"/>
            <a:ext cx="67310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72500" y="28321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488950" y="279400"/>
                </a:moveTo>
                <a:cubicBezTo>
                  <a:pt x="488950" y="163746"/>
                  <a:pt x="395054" y="69850"/>
                  <a:pt x="279400" y="69850"/>
                </a:cubicBezTo>
                <a:cubicBezTo>
                  <a:pt x="163746" y="69850"/>
                  <a:pt x="69850" y="163746"/>
                  <a:pt x="69850" y="279400"/>
                </a:cubicBezTo>
                <a:cubicBezTo>
                  <a:pt x="69850" y="395054"/>
                  <a:pt x="163746" y="488950"/>
                  <a:pt x="279400" y="488950"/>
                </a:cubicBezTo>
                <a:cubicBezTo>
                  <a:pt x="395054" y="488950"/>
                  <a:pt x="488950" y="395054"/>
                  <a:pt x="488950" y="279400"/>
                </a:cubicBezTo>
                <a:close/>
                <a:moveTo>
                  <a:pt x="0" y="279400"/>
                </a:moveTo>
                <a:cubicBezTo>
                  <a:pt x="0" y="125195"/>
                  <a:pt x="125195" y="0"/>
                  <a:pt x="279400" y="0"/>
                </a:cubicBezTo>
                <a:cubicBezTo>
                  <a:pt x="433605" y="0"/>
                  <a:pt x="558800" y="125195"/>
                  <a:pt x="558800" y="279400"/>
                </a:cubicBezTo>
                <a:cubicBezTo>
                  <a:pt x="558800" y="433605"/>
                  <a:pt x="433605" y="558800"/>
                  <a:pt x="279400" y="558800"/>
                </a:cubicBezTo>
                <a:cubicBezTo>
                  <a:pt x="125195" y="558800"/>
                  <a:pt x="0" y="433605"/>
                  <a:pt x="0" y="279400"/>
                </a:cubicBezTo>
                <a:close/>
                <a:moveTo>
                  <a:pt x="279400" y="366713"/>
                </a:moveTo>
                <a:cubicBezTo>
                  <a:pt x="327589" y="366713"/>
                  <a:pt x="366713" y="327589"/>
                  <a:pt x="366713" y="279400"/>
                </a:cubicBezTo>
                <a:cubicBezTo>
                  <a:pt x="366713" y="231211"/>
                  <a:pt x="327589" y="192088"/>
                  <a:pt x="279400" y="192088"/>
                </a:cubicBezTo>
                <a:cubicBezTo>
                  <a:pt x="231211" y="192088"/>
                  <a:pt x="192088" y="231211"/>
                  <a:pt x="192088" y="279400"/>
                </a:cubicBezTo>
                <a:cubicBezTo>
                  <a:pt x="192088" y="327589"/>
                  <a:pt x="231211" y="366713"/>
                  <a:pt x="279400" y="366713"/>
                </a:cubicBezTo>
                <a:close/>
                <a:moveTo>
                  <a:pt x="279400" y="122238"/>
                </a:moveTo>
                <a:cubicBezTo>
                  <a:pt x="366140" y="122238"/>
                  <a:pt x="436563" y="192660"/>
                  <a:pt x="436563" y="279400"/>
                </a:cubicBezTo>
                <a:cubicBezTo>
                  <a:pt x="436563" y="366140"/>
                  <a:pt x="366140" y="436563"/>
                  <a:pt x="279400" y="436563"/>
                </a:cubicBezTo>
                <a:cubicBezTo>
                  <a:pt x="192660" y="436563"/>
                  <a:pt x="122238" y="366140"/>
                  <a:pt x="122238" y="279400"/>
                </a:cubicBezTo>
                <a:cubicBezTo>
                  <a:pt x="122238" y="192660"/>
                  <a:pt x="192660" y="122238"/>
                  <a:pt x="279400" y="122238"/>
                </a:cubicBezTo>
                <a:close/>
                <a:moveTo>
                  <a:pt x="244475" y="279400"/>
                </a:moveTo>
                <a:cubicBezTo>
                  <a:pt x="244475" y="260124"/>
                  <a:pt x="260124" y="244475"/>
                  <a:pt x="279400" y="244475"/>
                </a:cubicBezTo>
                <a:cubicBezTo>
                  <a:pt x="298676" y="244475"/>
                  <a:pt x="314325" y="260124"/>
                  <a:pt x="314325" y="279400"/>
                </a:cubicBezTo>
                <a:cubicBezTo>
                  <a:pt x="314325" y="298676"/>
                  <a:pt x="298676" y="314325"/>
                  <a:pt x="279400" y="314325"/>
                </a:cubicBezTo>
                <a:cubicBezTo>
                  <a:pt x="260124" y="314325"/>
                  <a:pt x="244475" y="298676"/>
                  <a:pt x="244475" y="279400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23" name="Text 21"/>
          <p:cNvSpPr/>
          <p:nvPr/>
        </p:nvSpPr>
        <p:spPr>
          <a:xfrm>
            <a:off x="9334500" y="2667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Conversion-Focused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334500" y="31115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Built to turn visitors into paying customers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55000" y="3937000"/>
            <a:ext cx="67310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72500" y="42291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85275" y="12551"/>
                </a:moveTo>
                <a:cubicBezTo>
                  <a:pt x="74313" y="5020"/>
                  <a:pt x="59955" y="9059"/>
                  <a:pt x="53261" y="21392"/>
                </a:cubicBezTo>
                <a:cubicBezTo>
                  <a:pt x="29201" y="66139"/>
                  <a:pt x="15425" y="118636"/>
                  <a:pt x="15425" y="174625"/>
                </a:cubicBezTo>
                <a:cubicBezTo>
                  <a:pt x="15425" y="230614"/>
                  <a:pt x="29201" y="283111"/>
                  <a:pt x="53261" y="327858"/>
                </a:cubicBezTo>
                <a:cubicBezTo>
                  <a:pt x="59955" y="340191"/>
                  <a:pt x="74216" y="344230"/>
                  <a:pt x="85275" y="336699"/>
                </a:cubicBezTo>
                <a:cubicBezTo>
                  <a:pt x="96335" y="329168"/>
                  <a:pt x="99827" y="313124"/>
                  <a:pt x="93133" y="300682"/>
                </a:cubicBezTo>
                <a:cubicBezTo>
                  <a:pt x="73440" y="264011"/>
                  <a:pt x="62089" y="220791"/>
                  <a:pt x="62089" y="174625"/>
                </a:cubicBezTo>
                <a:cubicBezTo>
                  <a:pt x="62089" y="128459"/>
                  <a:pt x="73440" y="85239"/>
                  <a:pt x="93230" y="48458"/>
                </a:cubicBezTo>
                <a:cubicBezTo>
                  <a:pt x="99924" y="36126"/>
                  <a:pt x="96335" y="19973"/>
                  <a:pt x="85372" y="12442"/>
                </a:cubicBezTo>
                <a:close/>
                <a:moveTo>
                  <a:pt x="473428" y="12551"/>
                </a:moveTo>
                <a:cubicBezTo>
                  <a:pt x="462465" y="20082"/>
                  <a:pt x="458876" y="36126"/>
                  <a:pt x="465570" y="48568"/>
                </a:cubicBezTo>
                <a:cubicBezTo>
                  <a:pt x="485360" y="85348"/>
                  <a:pt x="496711" y="128568"/>
                  <a:pt x="496711" y="174734"/>
                </a:cubicBezTo>
                <a:cubicBezTo>
                  <a:pt x="496711" y="220901"/>
                  <a:pt x="485360" y="264120"/>
                  <a:pt x="465570" y="300901"/>
                </a:cubicBezTo>
                <a:cubicBezTo>
                  <a:pt x="458876" y="313234"/>
                  <a:pt x="462465" y="329386"/>
                  <a:pt x="473428" y="336917"/>
                </a:cubicBezTo>
                <a:cubicBezTo>
                  <a:pt x="484390" y="344448"/>
                  <a:pt x="498748" y="340410"/>
                  <a:pt x="505442" y="328077"/>
                </a:cubicBezTo>
                <a:cubicBezTo>
                  <a:pt x="529502" y="283329"/>
                  <a:pt x="543278" y="230832"/>
                  <a:pt x="543278" y="174843"/>
                </a:cubicBezTo>
                <a:cubicBezTo>
                  <a:pt x="543278" y="118854"/>
                  <a:pt x="529502" y="66139"/>
                  <a:pt x="505442" y="21392"/>
                </a:cubicBezTo>
                <a:cubicBezTo>
                  <a:pt x="498748" y="9059"/>
                  <a:pt x="484487" y="5020"/>
                  <a:pt x="473428" y="12551"/>
                </a:cubicBezTo>
                <a:close/>
                <a:moveTo>
                  <a:pt x="310444" y="235089"/>
                </a:moveTo>
                <a:cubicBezTo>
                  <a:pt x="328974" y="222974"/>
                  <a:pt x="341489" y="200491"/>
                  <a:pt x="341489" y="174625"/>
                </a:cubicBezTo>
                <a:cubicBezTo>
                  <a:pt x="341489" y="136098"/>
                  <a:pt x="313646" y="104775"/>
                  <a:pt x="279400" y="104775"/>
                </a:cubicBezTo>
                <a:cubicBezTo>
                  <a:pt x="245154" y="104775"/>
                  <a:pt x="217311" y="136098"/>
                  <a:pt x="217311" y="174625"/>
                </a:cubicBezTo>
                <a:cubicBezTo>
                  <a:pt x="217311" y="200491"/>
                  <a:pt x="229826" y="223083"/>
                  <a:pt x="248356" y="235089"/>
                </a:cubicBezTo>
                <a:lnTo>
                  <a:pt x="248356" y="523875"/>
                </a:lnTo>
                <a:cubicBezTo>
                  <a:pt x="248356" y="543193"/>
                  <a:pt x="262229" y="558800"/>
                  <a:pt x="279400" y="558800"/>
                </a:cubicBezTo>
                <a:cubicBezTo>
                  <a:pt x="296571" y="558800"/>
                  <a:pt x="310444" y="543193"/>
                  <a:pt x="310444" y="523875"/>
                </a:cubicBezTo>
                <a:lnTo>
                  <a:pt x="310444" y="235089"/>
                </a:lnTo>
                <a:close/>
                <a:moveTo>
                  <a:pt x="174819" y="99318"/>
                </a:moveTo>
                <a:cubicBezTo>
                  <a:pt x="181804" y="87094"/>
                  <a:pt x="178603" y="70941"/>
                  <a:pt x="167834" y="63083"/>
                </a:cubicBezTo>
                <a:cubicBezTo>
                  <a:pt x="157065" y="55225"/>
                  <a:pt x="142610" y="58827"/>
                  <a:pt x="135625" y="70941"/>
                </a:cubicBezTo>
                <a:cubicBezTo>
                  <a:pt x="118551" y="100846"/>
                  <a:pt x="108656" y="136426"/>
                  <a:pt x="108656" y="174625"/>
                </a:cubicBezTo>
                <a:cubicBezTo>
                  <a:pt x="108656" y="212824"/>
                  <a:pt x="118551" y="248404"/>
                  <a:pt x="135625" y="278309"/>
                </a:cubicBezTo>
                <a:cubicBezTo>
                  <a:pt x="142610" y="290532"/>
                  <a:pt x="156968" y="294025"/>
                  <a:pt x="167834" y="286167"/>
                </a:cubicBezTo>
                <a:cubicBezTo>
                  <a:pt x="178700" y="278309"/>
                  <a:pt x="181804" y="262156"/>
                  <a:pt x="174819" y="249932"/>
                </a:cubicBezTo>
                <a:cubicBezTo>
                  <a:pt x="162401" y="228213"/>
                  <a:pt x="155222" y="202347"/>
                  <a:pt x="155222" y="174625"/>
                </a:cubicBezTo>
                <a:cubicBezTo>
                  <a:pt x="155222" y="146903"/>
                  <a:pt x="162401" y="121037"/>
                  <a:pt x="174819" y="99318"/>
                </a:cubicBezTo>
                <a:close/>
                <a:moveTo>
                  <a:pt x="423175" y="70941"/>
                </a:moveTo>
                <a:cubicBezTo>
                  <a:pt x="416190" y="58718"/>
                  <a:pt x="401832" y="55225"/>
                  <a:pt x="390966" y="63083"/>
                </a:cubicBezTo>
                <a:cubicBezTo>
                  <a:pt x="380100" y="70941"/>
                  <a:pt x="376996" y="87094"/>
                  <a:pt x="383981" y="99318"/>
                </a:cubicBezTo>
                <a:cubicBezTo>
                  <a:pt x="396399" y="121037"/>
                  <a:pt x="403578" y="146903"/>
                  <a:pt x="403578" y="174625"/>
                </a:cubicBezTo>
                <a:cubicBezTo>
                  <a:pt x="403578" y="202347"/>
                  <a:pt x="396399" y="228213"/>
                  <a:pt x="383981" y="249932"/>
                </a:cubicBezTo>
                <a:cubicBezTo>
                  <a:pt x="376996" y="262156"/>
                  <a:pt x="380197" y="278309"/>
                  <a:pt x="390966" y="286167"/>
                </a:cubicBezTo>
                <a:cubicBezTo>
                  <a:pt x="401735" y="294025"/>
                  <a:pt x="416190" y="290423"/>
                  <a:pt x="423175" y="278309"/>
                </a:cubicBezTo>
                <a:cubicBezTo>
                  <a:pt x="440249" y="248404"/>
                  <a:pt x="450144" y="212824"/>
                  <a:pt x="450144" y="174625"/>
                </a:cubicBezTo>
                <a:cubicBezTo>
                  <a:pt x="450144" y="136426"/>
                  <a:pt x="440249" y="100846"/>
                  <a:pt x="423175" y="70941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27" name="Text 25"/>
          <p:cNvSpPr/>
          <p:nvPr/>
        </p:nvSpPr>
        <p:spPr>
          <a:xfrm>
            <a:off x="9334500" y="4064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Strong Digital Presence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334500" y="45085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 out from your competitors online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55000" y="5334000"/>
            <a:ext cx="67310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72500" y="56261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260870" y="92988"/>
                </a:moveTo>
                <a:lnTo>
                  <a:pt x="147752" y="234434"/>
                </a:lnTo>
                <a:cubicBezTo>
                  <a:pt x="143290" y="240000"/>
                  <a:pt x="143484" y="248622"/>
                  <a:pt x="148237" y="253970"/>
                </a:cubicBezTo>
                <a:cubicBezTo>
                  <a:pt x="177826" y="287258"/>
                  <a:pt x="225848" y="287258"/>
                  <a:pt x="255438" y="253970"/>
                </a:cubicBezTo>
                <a:lnTo>
                  <a:pt x="286288" y="219264"/>
                </a:lnTo>
                <a:cubicBezTo>
                  <a:pt x="290363" y="214680"/>
                  <a:pt x="295504" y="212169"/>
                  <a:pt x="300743" y="211733"/>
                </a:cubicBezTo>
                <a:cubicBezTo>
                  <a:pt x="307340" y="211078"/>
                  <a:pt x="314131" y="213588"/>
                  <a:pt x="319176" y="219264"/>
                </a:cubicBezTo>
                <a:lnTo>
                  <a:pt x="490502" y="410369"/>
                </a:lnTo>
                <a:lnTo>
                  <a:pt x="558800" y="349250"/>
                </a:lnTo>
                <a:lnTo>
                  <a:pt x="558800" y="34925"/>
                </a:lnTo>
                <a:lnTo>
                  <a:pt x="450144" y="104775"/>
                </a:lnTo>
                <a:lnTo>
                  <a:pt x="427055" y="87422"/>
                </a:lnTo>
                <a:cubicBezTo>
                  <a:pt x="411727" y="75962"/>
                  <a:pt x="393779" y="69850"/>
                  <a:pt x="375347" y="69850"/>
                </a:cubicBezTo>
                <a:lnTo>
                  <a:pt x="307049" y="69850"/>
                </a:lnTo>
                <a:cubicBezTo>
                  <a:pt x="305982" y="69850"/>
                  <a:pt x="304818" y="69850"/>
                  <a:pt x="303750" y="69959"/>
                </a:cubicBezTo>
                <a:cubicBezTo>
                  <a:pt x="287355" y="70941"/>
                  <a:pt x="271930" y="79236"/>
                  <a:pt x="260870" y="92988"/>
                </a:cubicBezTo>
                <a:close/>
                <a:moveTo>
                  <a:pt x="113118" y="199400"/>
                </a:moveTo>
                <a:lnTo>
                  <a:pt x="216729" y="69850"/>
                </a:lnTo>
                <a:lnTo>
                  <a:pt x="178312" y="69850"/>
                </a:lnTo>
                <a:cubicBezTo>
                  <a:pt x="153573" y="69850"/>
                  <a:pt x="129902" y="80873"/>
                  <a:pt x="112439" y="100519"/>
                </a:cubicBezTo>
                <a:lnTo>
                  <a:pt x="108656" y="104775"/>
                </a:lnTo>
                <a:lnTo>
                  <a:pt x="0" y="34925"/>
                </a:lnTo>
                <a:lnTo>
                  <a:pt x="0" y="349250"/>
                </a:lnTo>
                <a:lnTo>
                  <a:pt x="151730" y="491460"/>
                </a:lnTo>
                <a:cubicBezTo>
                  <a:pt x="174043" y="512415"/>
                  <a:pt x="202177" y="523875"/>
                  <a:pt x="231184" y="523875"/>
                </a:cubicBezTo>
                <a:lnTo>
                  <a:pt x="246415" y="523875"/>
                </a:lnTo>
                <a:lnTo>
                  <a:pt x="239624" y="516235"/>
                </a:lnTo>
                <a:cubicBezTo>
                  <a:pt x="230505" y="505976"/>
                  <a:pt x="230505" y="489387"/>
                  <a:pt x="239624" y="479236"/>
                </a:cubicBezTo>
                <a:cubicBezTo>
                  <a:pt x="248744" y="469086"/>
                  <a:pt x="263490" y="468977"/>
                  <a:pt x="272512" y="479236"/>
                </a:cubicBezTo>
                <a:lnTo>
                  <a:pt x="312288" y="523984"/>
                </a:lnTo>
                <a:lnTo>
                  <a:pt x="321019" y="523984"/>
                </a:lnTo>
                <a:cubicBezTo>
                  <a:pt x="339549" y="523984"/>
                  <a:pt x="357690" y="519291"/>
                  <a:pt x="374183" y="510560"/>
                </a:cubicBezTo>
                <a:lnTo>
                  <a:pt x="348280" y="481310"/>
                </a:lnTo>
                <a:cubicBezTo>
                  <a:pt x="339161" y="471051"/>
                  <a:pt x="339161" y="454462"/>
                  <a:pt x="348280" y="444311"/>
                </a:cubicBezTo>
                <a:cubicBezTo>
                  <a:pt x="357399" y="434161"/>
                  <a:pt x="372145" y="434052"/>
                  <a:pt x="381168" y="444311"/>
                </a:cubicBezTo>
                <a:lnTo>
                  <a:pt x="412212" y="479236"/>
                </a:lnTo>
                <a:lnTo>
                  <a:pt x="429189" y="460137"/>
                </a:lnTo>
                <a:cubicBezTo>
                  <a:pt x="437824" y="450423"/>
                  <a:pt x="440346" y="436344"/>
                  <a:pt x="436563" y="424011"/>
                </a:cubicBezTo>
                <a:lnTo>
                  <a:pt x="302780" y="274707"/>
                </a:lnTo>
                <a:lnTo>
                  <a:pt x="288325" y="290969"/>
                </a:lnTo>
                <a:cubicBezTo>
                  <a:pt x="240497" y="344775"/>
                  <a:pt x="163080" y="344775"/>
                  <a:pt x="115253" y="290969"/>
                </a:cubicBezTo>
                <a:cubicBezTo>
                  <a:pt x="92939" y="265867"/>
                  <a:pt x="92066" y="225594"/>
                  <a:pt x="113118" y="199291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31" name="Text 29"/>
          <p:cNvSpPr/>
          <p:nvPr/>
        </p:nvSpPr>
        <p:spPr>
          <a:xfrm>
            <a:off x="9334500" y="5461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A3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Trust Building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334500" y="59055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Professional credibility that customers notice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55000" y="6731000"/>
            <a:ext cx="6731000" cy="1143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0F1B31"/>
              </a:gs>
              <a:gs pos="100000">
                <a:srgbClr val="0F1B31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34" name="Shape 32"/>
          <p:cNvSpPr/>
          <p:nvPr/>
        </p:nvSpPr>
        <p:spPr>
          <a:xfrm>
            <a:off x="8572500" y="70231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279400"/>
                </a:moveTo>
                <a:cubicBezTo>
                  <a:pt x="0" y="125195"/>
                  <a:pt x="125195" y="0"/>
                  <a:pt x="279400" y="0"/>
                </a:cubicBezTo>
                <a:cubicBezTo>
                  <a:pt x="433605" y="0"/>
                  <a:pt x="558800" y="125195"/>
                  <a:pt x="558800" y="279400"/>
                </a:cubicBezTo>
                <a:cubicBezTo>
                  <a:pt x="558800" y="433605"/>
                  <a:pt x="433605" y="558800"/>
                  <a:pt x="279400" y="558800"/>
                </a:cubicBezTo>
                <a:cubicBezTo>
                  <a:pt x="125195" y="558800"/>
                  <a:pt x="0" y="433605"/>
                  <a:pt x="0" y="279400"/>
                </a:cubicBezTo>
                <a:close/>
                <a:moveTo>
                  <a:pt x="314325" y="104775"/>
                </a:moveTo>
                <a:cubicBezTo>
                  <a:pt x="314325" y="85499"/>
                  <a:pt x="298676" y="69850"/>
                  <a:pt x="279400" y="69850"/>
                </a:cubicBezTo>
                <a:cubicBezTo>
                  <a:pt x="260124" y="69850"/>
                  <a:pt x="244475" y="85499"/>
                  <a:pt x="244475" y="104775"/>
                </a:cubicBezTo>
                <a:cubicBezTo>
                  <a:pt x="244475" y="124051"/>
                  <a:pt x="260124" y="139700"/>
                  <a:pt x="279400" y="139700"/>
                </a:cubicBezTo>
                <a:cubicBezTo>
                  <a:pt x="298676" y="139700"/>
                  <a:pt x="314325" y="124051"/>
                  <a:pt x="314325" y="104775"/>
                </a:cubicBezTo>
                <a:close/>
                <a:moveTo>
                  <a:pt x="279400" y="454025"/>
                </a:moveTo>
                <a:cubicBezTo>
                  <a:pt x="317927" y="454025"/>
                  <a:pt x="349250" y="422702"/>
                  <a:pt x="349250" y="384175"/>
                </a:cubicBezTo>
                <a:cubicBezTo>
                  <a:pt x="349250" y="366494"/>
                  <a:pt x="342702" y="350232"/>
                  <a:pt x="331788" y="338009"/>
                </a:cubicBezTo>
                <a:lnTo>
                  <a:pt x="407640" y="186412"/>
                </a:lnTo>
                <a:cubicBezTo>
                  <a:pt x="414080" y="173424"/>
                  <a:pt x="408841" y="157708"/>
                  <a:pt x="395962" y="151269"/>
                </a:cubicBezTo>
                <a:cubicBezTo>
                  <a:pt x="383084" y="144830"/>
                  <a:pt x="367258" y="150068"/>
                  <a:pt x="360819" y="162947"/>
                </a:cubicBezTo>
                <a:lnTo>
                  <a:pt x="284966" y="314543"/>
                </a:lnTo>
                <a:cubicBezTo>
                  <a:pt x="283111" y="314434"/>
                  <a:pt x="281255" y="314325"/>
                  <a:pt x="279400" y="314325"/>
                </a:cubicBezTo>
                <a:cubicBezTo>
                  <a:pt x="240873" y="314325"/>
                  <a:pt x="209550" y="345648"/>
                  <a:pt x="209550" y="384175"/>
                </a:cubicBezTo>
                <a:cubicBezTo>
                  <a:pt x="209550" y="422702"/>
                  <a:pt x="240873" y="454025"/>
                  <a:pt x="279400" y="454025"/>
                </a:cubicBezTo>
                <a:close/>
                <a:moveTo>
                  <a:pt x="192088" y="157163"/>
                </a:moveTo>
                <a:cubicBezTo>
                  <a:pt x="192088" y="137887"/>
                  <a:pt x="176438" y="122238"/>
                  <a:pt x="157163" y="122238"/>
                </a:cubicBezTo>
                <a:cubicBezTo>
                  <a:pt x="137887" y="122238"/>
                  <a:pt x="122238" y="137887"/>
                  <a:pt x="122238" y="157163"/>
                </a:cubicBezTo>
                <a:cubicBezTo>
                  <a:pt x="122238" y="176438"/>
                  <a:pt x="137887" y="192088"/>
                  <a:pt x="157163" y="192088"/>
                </a:cubicBezTo>
                <a:cubicBezTo>
                  <a:pt x="176438" y="192088"/>
                  <a:pt x="192088" y="176438"/>
                  <a:pt x="192088" y="157163"/>
                </a:cubicBezTo>
                <a:close/>
                <a:moveTo>
                  <a:pt x="104775" y="314325"/>
                </a:moveTo>
                <a:cubicBezTo>
                  <a:pt x="124051" y="314325"/>
                  <a:pt x="139700" y="298676"/>
                  <a:pt x="139700" y="279400"/>
                </a:cubicBezTo>
                <a:cubicBezTo>
                  <a:pt x="139700" y="260124"/>
                  <a:pt x="124051" y="244475"/>
                  <a:pt x="104775" y="244475"/>
                </a:cubicBezTo>
                <a:cubicBezTo>
                  <a:pt x="85499" y="244475"/>
                  <a:pt x="69850" y="260124"/>
                  <a:pt x="69850" y="279400"/>
                </a:cubicBezTo>
                <a:cubicBezTo>
                  <a:pt x="69850" y="298676"/>
                  <a:pt x="85499" y="314325"/>
                  <a:pt x="104775" y="314325"/>
                </a:cubicBezTo>
                <a:close/>
                <a:moveTo>
                  <a:pt x="488950" y="279400"/>
                </a:moveTo>
                <a:cubicBezTo>
                  <a:pt x="488950" y="260124"/>
                  <a:pt x="473301" y="244475"/>
                  <a:pt x="454025" y="244475"/>
                </a:cubicBezTo>
                <a:cubicBezTo>
                  <a:pt x="434749" y="244475"/>
                  <a:pt x="419100" y="260124"/>
                  <a:pt x="419100" y="279400"/>
                </a:cubicBezTo>
                <a:cubicBezTo>
                  <a:pt x="419100" y="298676"/>
                  <a:pt x="434749" y="314325"/>
                  <a:pt x="454025" y="314325"/>
                </a:cubicBezTo>
                <a:cubicBezTo>
                  <a:pt x="473301" y="314325"/>
                  <a:pt x="488950" y="298676"/>
                  <a:pt x="488950" y="279400"/>
                </a:cubicBezTo>
                <a:close/>
              </a:path>
            </a:pathLst>
          </a:custGeom>
          <a:solidFill>
            <a:srgbClr val="E85D3A"/>
          </a:solidFill>
          <a:ln/>
        </p:spPr>
      </p:sp>
      <p:sp>
        <p:nvSpPr>
          <p:cNvPr id="35" name="Text 33"/>
          <p:cNvSpPr/>
          <p:nvPr/>
        </p:nvSpPr>
        <p:spPr>
          <a:xfrm>
            <a:off x="9334500" y="6858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Performance-Focused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334500" y="73025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Speed and optimization always prioritized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5A7A9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0F1B31">
                  <a:alpha val="25000"/>
                </a:srgbClr>
              </a:gs>
              <a:gs pos="100000">
                <a:srgbClr val="C8D4E0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C8D4E0"/>
              </a:gs>
              <a:gs pos="100000">
                <a:srgbClr val="E85D3A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032000"/>
            <a:ext cx="1270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5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Let's Build Something</a:t>
            </a:r>
            <a:endParaRPr lang="en-US" sz="5600" dirty="0"/>
          </a:p>
          <a:p>
            <a:pPr algn="ctr">
              <a:lnSpc>
                <a:spcPct val="130000"/>
              </a:lnSpc>
            </a:pPr>
            <a:r>
              <a:rPr lang="en-US" sz="5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Valuable Together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413000" y="3937000"/>
            <a:ext cx="1143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Your business deserves a digital platform built to attract customers, build trust, and drive growth.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953000" y="5334000"/>
            <a:ext cx="6350000" cy="1270000"/>
          </a:xfrm>
          <a:prstGeom prst="roundRect">
            <a:avLst>
              <a:gd name="adj" fmla="val 20000"/>
            </a:avLst>
          </a:prstGeom>
          <a:solidFill>
            <a:srgbClr val="FFFFFF">
              <a:alpha val="8235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07000" y="5461000"/>
            <a:ext cx="584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EdgeWAI Agency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 Design  ·  Development  ·  Digital Growth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23000" y="6985000"/>
            <a:ext cx="3810000" cy="635000"/>
          </a:xfrm>
          <a:prstGeom prst="roundRect">
            <a:avLst>
              <a:gd name="adj" fmla="val 25000"/>
            </a:avLst>
          </a:prstGeom>
          <a:solidFill>
            <a:srgbClr val="E85D3A"/>
          </a:solidFill>
          <a:ln/>
        </p:spPr>
      </p:sp>
      <p:sp>
        <p:nvSpPr>
          <p:cNvPr id="9" name="Text 7"/>
          <p:cNvSpPr/>
          <p:nvPr/>
        </p:nvSpPr>
        <p:spPr>
          <a:xfrm>
            <a:off x="6223000" y="6985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Contact Us Today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18000" y="800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Your Growth. Our Commitment.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EdgeWAI Agency — Premium Digital Solutions</dc:title>
  <dc:subject>EdgeWAI Agency — Premium Digital Solutions</dc:subject>
  <dc:creator>Kimi</dc:creator>
  <cp:lastModifiedBy>Kimi</cp:lastModifiedBy>
  <cp:revision>1</cp:revision>
  <dcterms:created xsi:type="dcterms:W3CDTF">2026-06-19T16:21:41Z</dcterms:created>
  <dcterms:modified xsi:type="dcterms:W3CDTF">2026-06-19T16:21:41Z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{"Label":"EdgeWAI Agency — Premium Digital Solutions","ContentProducer":"001191110108MACG2KBH8F10000","ProduceID":"19ee0992-2a12-8d35-8000-000030550371","ReservedCode1":"","ContentPropagator":"001191110108MACG2KBH8F20000","PropagateID":"19ee0968-2682-8a6d-8000-09b191da27d7","ReservedCode2":""}</vt:lpwstr>
  </property>
</Properties>
</file>